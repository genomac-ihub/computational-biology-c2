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1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424-E3A7-482F-B4EC-9AB7C88F2DD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E1F21543-4D4C-42D4-95CD-B6F368D08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81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424-E3A7-482F-B4EC-9AB7C88F2DD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1543-4D4C-42D4-95CD-B6F368D08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99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424-E3A7-482F-B4EC-9AB7C88F2DD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E1F21543-4D4C-42D4-95CD-B6F368D08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7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424-E3A7-482F-B4EC-9AB7C88F2DD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1543-4D4C-42D4-95CD-B6F368D08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32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424-E3A7-482F-B4EC-9AB7C88F2DD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1543-4D4C-42D4-95CD-B6F368D08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81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424-E3A7-482F-B4EC-9AB7C88F2DD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1543-4D4C-42D4-95CD-B6F368D08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81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424-E3A7-482F-B4EC-9AB7C88F2DD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1543-4D4C-42D4-95CD-B6F368D08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04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424-E3A7-482F-B4EC-9AB7C88F2DD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1543-4D4C-42D4-95CD-B6F368D08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5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424-E3A7-482F-B4EC-9AB7C88F2DD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1543-4D4C-42D4-95CD-B6F368D08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60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424-E3A7-482F-B4EC-9AB7C88F2DD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E1F21543-4D4C-42D4-95CD-B6F368D08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91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424-E3A7-482F-B4EC-9AB7C88F2DD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E1F21543-4D4C-42D4-95CD-B6F368D08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33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424-E3A7-482F-B4EC-9AB7C88F2DD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E1F21543-4D4C-42D4-95CD-B6F368D08BAE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11717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424-E3A7-482F-B4EC-9AB7C88F2DD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E1F21543-4D4C-42D4-95CD-B6F368D08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37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424-E3A7-482F-B4EC-9AB7C88F2DD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1543-4D4C-42D4-95CD-B6F368D08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57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424-E3A7-482F-B4EC-9AB7C88F2DD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1543-4D4C-42D4-95CD-B6F368D08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934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424-E3A7-482F-B4EC-9AB7C88F2DD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1543-4D4C-42D4-95CD-B6F368D08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37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2995424-E3A7-482F-B4EC-9AB7C88F2DD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E1F21543-4D4C-42D4-95CD-B6F368D08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52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5424-E3A7-482F-B4EC-9AB7C88F2DD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21543-4D4C-42D4-95CD-B6F368D08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367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  <p:sldLayoutId id="2147483958" r:id="rId12"/>
    <p:sldLayoutId id="2147483959" r:id="rId13"/>
    <p:sldLayoutId id="2147483960" r:id="rId14"/>
    <p:sldLayoutId id="2147483961" r:id="rId15"/>
    <p:sldLayoutId id="2147483962" r:id="rId16"/>
    <p:sldLayoutId id="214748396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798E5-985C-A3EC-7991-DA7D3BEF8B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2702257"/>
            <a:ext cx="8144134" cy="1404522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TOOLS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3AF22-6E0B-66EB-A0F9-89539630F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9964932" cy="1117687"/>
          </a:xfrm>
        </p:spPr>
        <p:txBody>
          <a:bodyPr/>
          <a:lstStyle/>
          <a:p>
            <a:r>
              <a:rPr lang="en-US" dirty="0"/>
              <a:t>Maximizing everyday digital tools for scientific collaboration and learning</a:t>
            </a:r>
          </a:p>
        </p:txBody>
      </p:sp>
      <p:pic>
        <p:nvPicPr>
          <p:cNvPr id="5" name="Picture 4" descr="A black and orange circle with a letter g in it&#10;&#10;AI-generated content may be incorrect.">
            <a:extLst>
              <a:ext uri="{FF2B5EF4-FFF2-40B4-BE49-F238E27FC236}">
                <a16:creationId xmlns:a16="http://schemas.microsoft.com/office/drawing/2014/main" id="{E1387D90-4E07-8113-97A2-648B55B15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3309"/>
            <a:ext cx="1343026" cy="135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432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83F27-6E7C-0807-C942-AE2C6C339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900" dirty="0"/>
              <a:t>WHATSAPP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C4617-9846-C6D9-1240-649065708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/>
              <a:t>Purpose: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Foster real-time communication.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 peer learning and group coordination.</a:t>
            </a:r>
          </a:p>
          <a:p>
            <a:pPr marL="0" indent="0">
              <a:buNone/>
            </a:pPr>
            <a:r>
              <a:rPr lang="en-US" sz="2800" b="1" dirty="0"/>
              <a:t>Use Cases: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 announcements and reminders.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Creation of topic-specific discussion groups.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Sharing of study materials, tutorials, and links.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Voice notes for Q&amp;A and short clarifications.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Creation of topic-specific groups within </a:t>
            </a:r>
            <a:r>
              <a:rPr lang="en-US" dirty="0" err="1"/>
              <a:t>Whatsapp</a:t>
            </a:r>
            <a:r>
              <a:rPr lang="en-US" dirty="0"/>
              <a:t> Community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8CB6E7-532B-D38D-D96B-FC85E15D3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0663" y="574215"/>
            <a:ext cx="1601337" cy="1391064"/>
          </a:xfrm>
          <a:prstGeom prst="rect">
            <a:avLst/>
          </a:prstGeom>
        </p:spPr>
      </p:pic>
      <p:pic>
        <p:nvPicPr>
          <p:cNvPr id="7" name="Picture 6" descr="A black and orange circle with a letter g in it&#10;&#10;AI-generated content may be incorrect.">
            <a:extLst>
              <a:ext uri="{FF2B5EF4-FFF2-40B4-BE49-F238E27FC236}">
                <a16:creationId xmlns:a16="http://schemas.microsoft.com/office/drawing/2014/main" id="{5DA18302-0E88-5CBF-0A7C-3C9D0E7D94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3309"/>
            <a:ext cx="838363" cy="84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204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71B55-3B17-5723-EE70-45F2A1433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/>
              <a:t>ZOOM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19A96-D685-9BE4-A441-E365AD9A9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Purpose: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Host interactive lectures, Q&amp;A sessions, and workshops.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Encourage teamwork through breakout rooms.</a:t>
            </a:r>
          </a:p>
          <a:p>
            <a:r>
              <a:rPr lang="en-US" sz="2800" b="1" dirty="0"/>
              <a:t>Use Cases</a:t>
            </a:r>
            <a:r>
              <a:rPr lang="en-US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Live classes on tools like </a:t>
            </a:r>
            <a:r>
              <a:rPr lang="en-US" dirty="0" err="1"/>
              <a:t>Python,R</a:t>
            </a:r>
            <a:r>
              <a:rPr lang="en-US" dirty="0"/>
              <a:t>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 presentations and code walkthroughs.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Rewatch Live sessions.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028" name="Picture 4" descr="Zoom Logo PNG Vector (AI, CDR, EPS, SVG) Free Download">
            <a:extLst>
              <a:ext uri="{FF2B5EF4-FFF2-40B4-BE49-F238E27FC236}">
                <a16:creationId xmlns:a16="http://schemas.microsoft.com/office/drawing/2014/main" id="{1D83EE19-DB3F-103E-95BB-732832D93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0662" y="600501"/>
            <a:ext cx="1601337" cy="137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and orange circle with a letter g in it&#10;&#10;AI-generated content may be incorrect.">
            <a:extLst>
              <a:ext uri="{FF2B5EF4-FFF2-40B4-BE49-F238E27FC236}">
                <a16:creationId xmlns:a16="http://schemas.microsoft.com/office/drawing/2014/main" id="{CA423CCE-B6BE-4140-6E6B-2861AA8C09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3309"/>
            <a:ext cx="838363" cy="84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6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98C3B-62D0-2E78-3F4E-9248FDAF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96" y="807819"/>
            <a:ext cx="9613861" cy="1080938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EMAIL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04016-F8D0-7C8E-1563-C7D8E071E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Purpose</a:t>
            </a:r>
            <a:r>
              <a:rPr lang="en-US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structured communication.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Facilitates external networking and formal documentation.</a:t>
            </a:r>
          </a:p>
          <a:p>
            <a:pPr marL="0" indent="0">
              <a:buNone/>
            </a:pPr>
            <a:r>
              <a:rPr lang="en-US" sz="2800" b="1" dirty="0"/>
              <a:t>Use Cases</a:t>
            </a:r>
            <a:r>
              <a:rPr lang="en-US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Submitting assignments and project proposals.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Communicating with mentors or external collaborators.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Receiving class notifications and assignment deadlines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Writing to professionals for internship/research opportunities.</a:t>
            </a:r>
          </a:p>
          <a:p>
            <a:endParaRPr lang="en-US" dirty="0"/>
          </a:p>
        </p:txBody>
      </p:sp>
      <p:pic>
        <p:nvPicPr>
          <p:cNvPr id="2050" name="Picture 2" descr="Gmail logo - United States">
            <a:extLst>
              <a:ext uri="{FF2B5EF4-FFF2-40B4-BE49-F238E27FC236}">
                <a16:creationId xmlns:a16="http://schemas.microsoft.com/office/drawing/2014/main" id="{9A29B7DA-FBF7-A72E-77A4-67C5B42EE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310" y="603914"/>
            <a:ext cx="1632972" cy="140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and orange circle with a letter g in it&#10;&#10;AI-generated content may be incorrect.">
            <a:extLst>
              <a:ext uri="{FF2B5EF4-FFF2-40B4-BE49-F238E27FC236}">
                <a16:creationId xmlns:a16="http://schemas.microsoft.com/office/drawing/2014/main" id="{9A751B3B-CD0D-5BA2-C679-D31D68CC1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3309"/>
            <a:ext cx="838363" cy="84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4813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51</TotalTime>
  <Words>157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Trebuchet MS</vt:lpstr>
      <vt:lpstr>Berlin</vt:lpstr>
      <vt:lpstr>COLLABORATIVE TOOLS </vt:lpstr>
      <vt:lpstr>WHATSAPP </vt:lpstr>
      <vt:lpstr>ZOOM</vt:lpstr>
      <vt:lpstr>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moxieife1@gmail.com</dc:creator>
  <cp:lastModifiedBy>moxieife1@gmail.com</cp:lastModifiedBy>
  <cp:revision>2</cp:revision>
  <dcterms:created xsi:type="dcterms:W3CDTF">2025-05-11T19:18:06Z</dcterms:created>
  <dcterms:modified xsi:type="dcterms:W3CDTF">2025-05-11T20:09:14Z</dcterms:modified>
</cp:coreProperties>
</file>