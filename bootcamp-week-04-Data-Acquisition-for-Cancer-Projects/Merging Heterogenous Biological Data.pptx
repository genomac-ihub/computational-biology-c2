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2.svg" ContentType="image/svg"/>
  <Override PartName="/ppt/media/image1.png" ContentType="image/png"/>
  <Override PartName="/ppt/media/hdphoto1.wdp" ContentType="image/vnd.ms-photo"/>
  <Override PartName="/ppt/media/image3.png" ContentType="image/png"/>
  <Override PartName="/ppt/media/image1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9.png" ContentType="image/png"/>
  <Override PartName="/ppt/media/image10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notesSlides/_rels/notesSlide1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dt" idx="1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ftr" idx="1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sldNum" idx="1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AEF7722-F1FB-408A-8518-C6A82CD77A1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© Copyright Showeet.com – Free PowerPoint Templates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C2A0FD-219E-446E-8D9E-4EC9A47CDAE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11107B-471E-4A36-8142-419977365A7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© Copyright Showeet.com – Free PowerPoint Templates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61A902-5091-4366-A12A-F921E04663E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197181-967A-4E31-9FA2-83006A6E57EB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75A295B-9ED4-4634-9E66-AB88BCB11C44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vid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05D85C-6387-430E-A12D-90CA5EF37897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C89A0CD-09A4-444E-A4F8-AFA01AF86DE1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9E5F27A-BBDC-4F44-8C57-4E9D633B9ACD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DAECC8F-7C6A-44B5-9361-22692FBE360F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8E9F48B-5345-4C2F-9872-240D7CA06F65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E784D412-5617-472E-BC87-C862D2D31B28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2" descr="Image result for paper texture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9000" contrast="36000" sat="0"/>
                    </a14:imgEffect>
                  </a14:imgLayer>
                </a14:imgProps>
              </a:ext>
            </a:extLst>
          </a:blip>
          <a:srcRect l="0" t="0" r="0" b="43749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" name="Shape 61"/>
          <p:cNvSpPr/>
          <p:nvPr/>
        </p:nvSpPr>
        <p:spPr>
          <a:xfrm>
            <a:off x="9364320" y="6368400"/>
            <a:ext cx="1981080" cy="34236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9080" rIns="19080" tIns="19080" bIns="1908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accent1"/>
                </a:solidFill>
                <a:latin typeface="Calibri"/>
              </a:rPr>
              <a:t>ALPINE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 SKI HOUSE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Picture 2" descr="Image result for paper texture"/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9000" contrast="36000" sat="0"/>
                    </a14:imgEffect>
                  </a14:imgLayer>
                </a14:imgProps>
              </a:ext>
            </a:extLst>
          </a:blip>
          <a:srcRect l="0" t="0" r="0" b="43749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2"/>
          </p:nvPr>
        </p:nvSpPr>
        <p:spPr>
          <a:xfrm>
            <a:off x="8380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title"/>
          </p:nvPr>
        </p:nvSpPr>
        <p:spPr>
          <a:xfrm>
            <a:off x="6717240" y="1864080"/>
            <a:ext cx="4629600" cy="187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6000" spc="-1" strike="noStrike" cap="all">
                <a:solidFill>
                  <a:schemeClr val="dk1"/>
                </a:solidFill>
                <a:latin typeface="Calibri"/>
              </a:rPr>
              <a:t>Presentation Title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6717240" y="3763080"/>
            <a:ext cx="46296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 Light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0" y="0"/>
            <a:ext cx="5913000" cy="68576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Insert image</a:t>
            </a:r>
            <a:endParaRPr b="0" lang="en-US" sz="1800" spc="-1" strike="noStrike">
              <a:solidFill>
                <a:schemeClr val="dk1"/>
              </a:solidFill>
              <a:latin typeface="Calibri Light"/>
            </a:endParaRPr>
          </a:p>
        </p:txBody>
      </p:sp>
      <p:cxnSp>
        <p:nvCxnSpPr>
          <p:cNvPr id="8" name="Straight Connector 10"/>
          <p:cNvCxnSpPr/>
          <p:nvPr/>
        </p:nvCxnSpPr>
        <p:spPr>
          <a:xfrm>
            <a:off x="6644160" y="3735720"/>
            <a:ext cx="4709880" cy="360"/>
          </a:xfrm>
          <a:prstGeom prst="straightConnector1">
            <a:avLst/>
          </a:prstGeom>
          <a:ln w="38100">
            <a:solidFill>
              <a:srgbClr val="fb6a01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Image result for paper texture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9000" contrast="36000" sat="0"/>
                    </a14:imgEffect>
                  </a14:imgLayer>
                </a14:imgProps>
              </a:ext>
            </a:extLst>
          </a:blip>
          <a:srcRect l="0" t="0" r="0" b="43749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0" name="Shape 61"/>
          <p:cNvSpPr/>
          <p:nvPr/>
        </p:nvSpPr>
        <p:spPr>
          <a:xfrm>
            <a:off x="9364320" y="6368400"/>
            <a:ext cx="1981080" cy="34236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9080" rIns="19080" tIns="19080" bIns="1908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accent1"/>
                </a:solidFill>
                <a:latin typeface="Calibri"/>
              </a:rPr>
              <a:t>ALPINE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 SKI HOUSE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sldNum" idx="3"/>
          </p:nvPr>
        </p:nvSpPr>
        <p:spPr>
          <a:xfrm>
            <a:off x="11353680" y="6356520"/>
            <a:ext cx="5148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6BFB04-9E93-4162-80B0-42485315492C}" type="slidenum">
              <a:rPr b="0" lang="en-US" sz="18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Image result for paper texture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9000" contrast="36000" sat="0"/>
                    </a14:imgEffect>
                  </a14:imgLayer>
                </a14:imgProps>
              </a:ext>
            </a:extLst>
          </a:blip>
          <a:srcRect l="0" t="0" r="0" b="43749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3" name="Shape 61"/>
          <p:cNvSpPr/>
          <p:nvPr/>
        </p:nvSpPr>
        <p:spPr>
          <a:xfrm>
            <a:off x="9364320" y="6368400"/>
            <a:ext cx="1981080" cy="34236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9080" rIns="19080" tIns="19080" bIns="1908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accent1"/>
                </a:solidFill>
                <a:latin typeface="Calibri"/>
              </a:rPr>
              <a:t>ALPINE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 SKI HOUSE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Rectangle 22"/>
          <p:cNvSpPr/>
          <p:nvPr/>
        </p:nvSpPr>
        <p:spPr>
          <a:xfrm flipV="1">
            <a:off x="0" y="0"/>
            <a:ext cx="12191760" cy="1337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" name="Rectangle 23"/>
          <p:cNvSpPr/>
          <p:nvPr/>
        </p:nvSpPr>
        <p:spPr>
          <a:xfrm flipV="1">
            <a:off x="0" y="1494000"/>
            <a:ext cx="12191760" cy="5363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428400"/>
            <a:ext cx="10515240" cy="63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6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922760"/>
            <a:ext cx="10515240" cy="425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libri Light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 Ligh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bri Light"/>
              </a:rPr>
              <a:t>Second level</a:t>
            </a:r>
            <a:endParaRPr b="0" lang="en-US" sz="1400" spc="-1" strike="noStrike">
              <a:solidFill>
                <a:schemeClr val="dk1"/>
              </a:solidFill>
              <a:latin typeface="Calibri Ligh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Calibri Light"/>
              </a:rPr>
              <a:t>Third level</a:t>
            </a:r>
            <a:endParaRPr b="0" lang="en-US" sz="1200" spc="-1" strike="noStrike">
              <a:solidFill>
                <a:schemeClr val="dk1"/>
              </a:solidFill>
              <a:latin typeface="Calibri Ligh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Calibri Light"/>
              </a:rPr>
              <a:t>Fourth level</a:t>
            </a:r>
            <a:endParaRPr b="0" lang="en-US" sz="1100" spc="-1" strike="noStrike">
              <a:solidFill>
                <a:schemeClr val="dk1"/>
              </a:solidFill>
              <a:latin typeface="Calibri Ligh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Calibri Light"/>
              </a:rPr>
              <a:t>Fifth level</a:t>
            </a:r>
            <a:endParaRPr b="0" lang="en-US" sz="11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4"/>
          </p:nvPr>
        </p:nvSpPr>
        <p:spPr>
          <a:xfrm>
            <a:off x="8380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Shape 61"/>
          <p:cNvSpPr/>
          <p:nvPr/>
        </p:nvSpPr>
        <p:spPr>
          <a:xfrm>
            <a:off x="9364320" y="6368400"/>
            <a:ext cx="1981080" cy="34236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9080" rIns="19080" tIns="19080" bIns="1908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accent1"/>
                </a:solidFill>
                <a:latin typeface="Calibri"/>
              </a:rPr>
              <a:t>ALPINE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 SKI HOUSE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5"/>
          </p:nvPr>
        </p:nvSpPr>
        <p:spPr>
          <a:xfrm>
            <a:off x="11353680" y="6356520"/>
            <a:ext cx="5148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28CF86-D94E-470F-B79B-11A4FB0E968B}" type="slidenum">
              <a:rPr b="0" lang="en-US" sz="18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Image result for paper texture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9000" contrast="36000" sat="0"/>
                    </a14:imgEffect>
                  </a14:imgLayer>
                </a14:imgProps>
              </a:ext>
            </a:extLst>
          </a:blip>
          <a:srcRect l="0" t="0" r="0" b="43749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2" name="Shape 61"/>
          <p:cNvSpPr/>
          <p:nvPr/>
        </p:nvSpPr>
        <p:spPr>
          <a:xfrm>
            <a:off x="9364320" y="6368400"/>
            <a:ext cx="1981080" cy="34236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9080" rIns="19080" tIns="19080" bIns="1908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accent1"/>
                </a:solidFill>
                <a:latin typeface="Calibri"/>
              </a:rPr>
              <a:t>ALPINE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 SKI HOUSE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body"/>
          </p:nvPr>
        </p:nvSpPr>
        <p:spPr>
          <a:xfrm>
            <a:off x="0" y="681480"/>
            <a:ext cx="12191760" cy="54946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100584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Insert image</a:t>
            </a:r>
            <a:endParaRPr b="0" lang="en-US" sz="18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6717240" y="2647080"/>
            <a:ext cx="4950720" cy="187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6000" spc="-1" strike="noStrike" cap="all">
                <a:solidFill>
                  <a:schemeClr val="lt1"/>
                </a:solidFill>
                <a:latin typeface="Calibri"/>
              </a:rPr>
              <a:t>PRESENTATION TITLE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717240" y="4546080"/>
            <a:ext cx="495072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Calibri Light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 Light"/>
            </a:endParaRPr>
          </a:p>
        </p:txBody>
      </p:sp>
      <p:cxnSp>
        <p:nvCxnSpPr>
          <p:cNvPr id="26" name="Straight Connector 7"/>
          <p:cNvCxnSpPr/>
          <p:nvPr/>
        </p:nvCxnSpPr>
        <p:spPr>
          <a:xfrm>
            <a:off x="6644160" y="4518720"/>
            <a:ext cx="4709880" cy="360"/>
          </a:xfrm>
          <a:prstGeom prst="straightConnector1">
            <a:avLst/>
          </a:prstGeom>
          <a:ln w="38100">
            <a:solidFill>
              <a:srgbClr val="ffffff"/>
            </a:solidFill>
          </a:ln>
        </p:spPr>
      </p:cxnSp>
      <p:sp>
        <p:nvSpPr>
          <p:cNvPr id="27" name="PlaceHolder 4"/>
          <p:cNvSpPr>
            <a:spLocks noGrp="1"/>
          </p:cNvSpPr>
          <p:nvPr>
            <p:ph type="sldNum" idx="6"/>
          </p:nvPr>
        </p:nvSpPr>
        <p:spPr>
          <a:xfrm>
            <a:off x="11353680" y="6356520"/>
            <a:ext cx="5148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9D8FEF-A407-4E39-95A5-2614BC604E0E}" type="slidenum">
              <a:rPr b="0" lang="en-US" sz="18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 descr="Image result for paper texture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9000" contrast="36000" sat="0"/>
                    </a14:imgEffect>
                  </a14:imgLayer>
                </a14:imgProps>
              </a:ext>
            </a:extLst>
          </a:blip>
          <a:srcRect l="0" t="0" r="0" b="43749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9" name="Shape 61"/>
          <p:cNvSpPr/>
          <p:nvPr/>
        </p:nvSpPr>
        <p:spPr>
          <a:xfrm>
            <a:off x="9364320" y="6368400"/>
            <a:ext cx="1981080" cy="34236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9080" rIns="19080" tIns="19080" bIns="1908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accent1"/>
                </a:solidFill>
                <a:latin typeface="Calibri"/>
              </a:rPr>
              <a:t>ALPINE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 SKI HOUSE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body"/>
          </p:nvPr>
        </p:nvSpPr>
        <p:spPr>
          <a:xfrm>
            <a:off x="6673320" y="2102040"/>
            <a:ext cx="49377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 Light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 Light"/>
            </a:endParaRPr>
          </a:p>
        </p:txBody>
      </p:sp>
      <p:cxnSp>
        <p:nvCxnSpPr>
          <p:cNvPr id="31" name="Straight Connector 7"/>
          <p:cNvCxnSpPr/>
          <p:nvPr/>
        </p:nvCxnSpPr>
        <p:spPr>
          <a:xfrm>
            <a:off x="5614200" y="956880"/>
            <a:ext cx="4709880" cy="360"/>
          </a:xfrm>
          <a:prstGeom prst="straightConnector1">
            <a:avLst/>
          </a:prstGeom>
          <a:ln w="38100">
            <a:solidFill>
              <a:srgbClr val="fb6a01"/>
            </a:solidFill>
          </a:ln>
        </p:spPr>
      </p:cxn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6469920" cy="6067080"/>
          </a:xfrm>
          <a:prstGeom prst="rect">
            <a:avLst/>
          </a:prstGeom>
          <a:solidFill>
            <a:srgbClr val="fb6a0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Insert image</a:t>
            </a:r>
            <a:endParaRPr b="0" lang="en-US" sz="18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title"/>
          </p:nvPr>
        </p:nvSpPr>
        <p:spPr>
          <a:xfrm>
            <a:off x="6673320" y="3239640"/>
            <a:ext cx="4937760" cy="187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6000" spc="-1" strike="noStrike" cap="all">
                <a:solidFill>
                  <a:schemeClr val="dk1"/>
                </a:solidFill>
                <a:latin typeface="Calibri"/>
              </a:rPr>
              <a:t>PRESENTATION TITLE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7"/>
          </p:nvPr>
        </p:nvSpPr>
        <p:spPr>
          <a:xfrm>
            <a:off x="11353680" y="6356520"/>
            <a:ext cx="5148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30767D-BF7E-453A-85AF-A0A636232FAF}" type="slidenum">
              <a:rPr b="0" lang="en-US" sz="18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 descr="Image result for paper texture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9000" contrast="36000" sat="0"/>
                    </a14:imgEffect>
                  </a14:imgLayer>
                </a14:imgProps>
              </a:ext>
            </a:extLst>
          </a:blip>
          <a:srcRect l="0" t="0" r="0" b="43749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36" name="Shape 61"/>
          <p:cNvSpPr/>
          <p:nvPr/>
        </p:nvSpPr>
        <p:spPr>
          <a:xfrm>
            <a:off x="9364320" y="6368400"/>
            <a:ext cx="1981080" cy="34236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9080" rIns="19080" tIns="19080" bIns="1908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accent1"/>
                </a:solidFill>
                <a:latin typeface="Calibri"/>
              </a:rPr>
              <a:t>ALPINE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 SKI HOUSE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Picture 2" descr="Image result for paper texture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9000" contrast="36000" sat="0"/>
                    </a14:imgEffect>
                  </a14:imgLayer>
                </a14:imgProps>
              </a:ext>
            </a:extLst>
          </a:blip>
          <a:srcRect l="0" t="0" r="0" b="43749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dt" idx="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ftr" idx="9"/>
          </p:nvPr>
        </p:nvSpPr>
        <p:spPr>
          <a:xfrm>
            <a:off x="8380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title"/>
          </p:nvPr>
        </p:nvSpPr>
        <p:spPr>
          <a:xfrm>
            <a:off x="6717240" y="1864080"/>
            <a:ext cx="4629600" cy="187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6000" spc="-1" strike="noStrike" cap="all">
                <a:solidFill>
                  <a:schemeClr val="dk1"/>
                </a:solidFill>
                <a:latin typeface="Calibri"/>
              </a:rPr>
              <a:t>Presentation Title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717240" y="3763080"/>
            <a:ext cx="46296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 Light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 Light"/>
            </a:endParaRPr>
          </a:p>
        </p:txBody>
      </p:sp>
      <p:cxnSp>
        <p:nvCxnSpPr>
          <p:cNvPr id="42" name="Straight Connector 10"/>
          <p:cNvCxnSpPr/>
          <p:nvPr/>
        </p:nvCxnSpPr>
        <p:spPr>
          <a:xfrm>
            <a:off x="6644160" y="3735720"/>
            <a:ext cx="4709880" cy="360"/>
          </a:xfrm>
          <a:prstGeom prst="straightConnector1">
            <a:avLst/>
          </a:prstGeom>
          <a:ln w="38100">
            <a:solidFill>
              <a:srgbClr val="7f8fa9"/>
            </a:solidFill>
          </a:ln>
        </p:spPr>
      </p:cxnSp>
      <p:pic>
        <p:nvPicPr>
          <p:cNvPr id="43" name="Picture 1" descr=""/>
          <p:cNvPicPr/>
          <p:nvPr/>
        </p:nvPicPr>
        <p:blipFill>
          <a:blip r:embed="rId4"/>
          <a:stretch/>
        </p:blipFill>
        <p:spPr>
          <a:xfrm>
            <a:off x="0" y="0"/>
            <a:ext cx="5912640" cy="6857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2" descr="Image result for paper texture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9000" contrast="36000" sat="0"/>
                    </a14:imgEffect>
                  </a14:imgLayer>
                </a14:imgProps>
              </a:ext>
            </a:extLst>
          </a:blip>
          <a:srcRect l="0" t="0" r="0" b="43749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45" name="Shape 61"/>
          <p:cNvSpPr/>
          <p:nvPr/>
        </p:nvSpPr>
        <p:spPr>
          <a:xfrm>
            <a:off x="9364320" y="6368400"/>
            <a:ext cx="1981080" cy="34236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9080" rIns="19080" tIns="19080" bIns="1908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accent1"/>
                </a:solidFill>
                <a:latin typeface="Calibri"/>
              </a:rPr>
              <a:t>ALPINE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 SKI HOUSE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Picture 4" descr=""/>
          <p:cNvPicPr/>
          <p:nvPr/>
        </p:nvPicPr>
        <p:blipFill>
          <a:blip r:embed="rId3"/>
          <a:stretch/>
        </p:blipFill>
        <p:spPr>
          <a:xfrm>
            <a:off x="0" y="682920"/>
            <a:ext cx="12191760" cy="5492160"/>
          </a:xfrm>
          <a:prstGeom prst="rect">
            <a:avLst/>
          </a:prstGeom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717240" y="2647080"/>
            <a:ext cx="4950720" cy="187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6000" spc="-1" strike="noStrike" cap="all">
                <a:solidFill>
                  <a:schemeClr val="lt1"/>
                </a:solidFill>
                <a:latin typeface="Calibri"/>
              </a:rPr>
              <a:t>PRESENTATION TITLE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717240" y="4546080"/>
            <a:ext cx="495072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Calibri Light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 Light"/>
            </a:endParaRPr>
          </a:p>
        </p:txBody>
      </p:sp>
      <p:cxnSp>
        <p:nvCxnSpPr>
          <p:cNvPr id="49" name="Straight Connector 7"/>
          <p:cNvCxnSpPr/>
          <p:nvPr/>
        </p:nvCxnSpPr>
        <p:spPr>
          <a:xfrm>
            <a:off x="6644160" y="4518720"/>
            <a:ext cx="4709880" cy="360"/>
          </a:xfrm>
          <a:prstGeom prst="straightConnector1">
            <a:avLst/>
          </a:prstGeom>
          <a:ln w="38100">
            <a:solidFill>
              <a:srgbClr val="ffffff"/>
            </a:solidFill>
          </a:ln>
        </p:spPr>
      </p:cxnSp>
      <p:sp>
        <p:nvSpPr>
          <p:cNvPr id="50" name="PlaceHolder 3"/>
          <p:cNvSpPr>
            <a:spLocks noGrp="1"/>
          </p:cNvSpPr>
          <p:nvPr>
            <p:ph type="sldNum" idx="10"/>
          </p:nvPr>
        </p:nvSpPr>
        <p:spPr>
          <a:xfrm>
            <a:off x="11353680" y="6356520"/>
            <a:ext cx="5148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875029-BD49-4F8A-BADD-45ECF17DDCE3}" type="slidenum">
              <a:rPr b="0" lang="en-US" sz="18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2" descr="Image result for paper texture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9000" contrast="36000" sat="0"/>
                    </a14:imgEffect>
                  </a14:imgLayer>
                </a14:imgProps>
              </a:ext>
            </a:extLst>
          </a:blip>
          <a:srcRect l="0" t="0" r="0" b="43749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52" name="Shape 61"/>
          <p:cNvSpPr/>
          <p:nvPr/>
        </p:nvSpPr>
        <p:spPr>
          <a:xfrm>
            <a:off x="9364320" y="6368400"/>
            <a:ext cx="1981080" cy="34236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9080" rIns="19080" tIns="19080" bIns="1908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accent1"/>
                </a:solidFill>
                <a:latin typeface="Calibri"/>
              </a:rPr>
              <a:t>ALPINE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 SKI HOUSE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Rectangle 30"/>
          <p:cNvSpPr/>
          <p:nvPr/>
        </p:nvSpPr>
        <p:spPr>
          <a:xfrm flipV="1">
            <a:off x="0" y="0"/>
            <a:ext cx="12191760" cy="1337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" name="Rectangle 31"/>
          <p:cNvSpPr/>
          <p:nvPr/>
        </p:nvSpPr>
        <p:spPr>
          <a:xfrm flipV="1">
            <a:off x="0" y="1494000"/>
            <a:ext cx="12191760" cy="5363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428400"/>
            <a:ext cx="10515240" cy="63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6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9880" y="1834560"/>
            <a:ext cx="4997880" cy="46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839880" y="2485440"/>
            <a:ext cx="4997880" cy="38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libri Light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 Ligh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bri Light"/>
              </a:rPr>
              <a:t>Second level</a:t>
            </a:r>
            <a:endParaRPr b="0" lang="en-US" sz="1400" spc="-1" strike="noStrike">
              <a:solidFill>
                <a:schemeClr val="dk1"/>
              </a:solidFill>
              <a:latin typeface="Calibri Ligh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Calibri Light"/>
              </a:rPr>
              <a:t>Third level</a:t>
            </a:r>
            <a:endParaRPr b="0" lang="en-US" sz="1200" spc="-1" strike="noStrike">
              <a:solidFill>
                <a:schemeClr val="dk1"/>
              </a:solidFill>
              <a:latin typeface="Calibri Ligh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Calibri Light"/>
              </a:rPr>
              <a:t>Fourth level</a:t>
            </a:r>
            <a:endParaRPr b="0" lang="en-US" sz="1100" spc="-1" strike="noStrike">
              <a:solidFill>
                <a:schemeClr val="dk1"/>
              </a:solidFill>
              <a:latin typeface="Calibri Ligh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Calibri Light"/>
              </a:rPr>
              <a:t>Fifth level</a:t>
            </a:r>
            <a:endParaRPr b="0" lang="en-US" sz="11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369120" y="1834560"/>
            <a:ext cx="5022720" cy="46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6369120" y="2485440"/>
            <a:ext cx="5022720" cy="38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libri Light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 Ligh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bri Light"/>
              </a:rPr>
              <a:t>Second level</a:t>
            </a:r>
            <a:endParaRPr b="0" lang="en-US" sz="1400" spc="-1" strike="noStrike">
              <a:solidFill>
                <a:schemeClr val="dk1"/>
              </a:solidFill>
              <a:latin typeface="Calibri Ligh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Calibri Light"/>
              </a:rPr>
              <a:t>Third level</a:t>
            </a:r>
            <a:endParaRPr b="0" lang="en-US" sz="1200" spc="-1" strike="noStrike">
              <a:solidFill>
                <a:schemeClr val="dk1"/>
              </a:solidFill>
              <a:latin typeface="Calibri Ligh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Calibri Light"/>
              </a:rPr>
              <a:t>Fourth level</a:t>
            </a:r>
            <a:endParaRPr b="0" lang="en-US" sz="1100" spc="-1" strike="noStrike">
              <a:solidFill>
                <a:schemeClr val="dk1"/>
              </a:solidFill>
              <a:latin typeface="Calibri Ligh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Calibri Light"/>
              </a:rPr>
              <a:t>Fifth level</a:t>
            </a:r>
            <a:endParaRPr b="0" lang="en-US" sz="11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0" name="Shape 61"/>
          <p:cNvSpPr/>
          <p:nvPr/>
        </p:nvSpPr>
        <p:spPr>
          <a:xfrm>
            <a:off x="9364320" y="6368400"/>
            <a:ext cx="1981080" cy="34236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9080" rIns="19080" tIns="19080" bIns="1908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accent1"/>
                </a:solidFill>
                <a:latin typeface="Calibri"/>
              </a:rPr>
              <a:t>ALPINE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 SKI HOUSE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ftr" idx="11"/>
          </p:nvPr>
        </p:nvSpPr>
        <p:spPr>
          <a:xfrm>
            <a:off x="8380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7"/>
          <p:cNvSpPr>
            <a:spLocks noGrp="1"/>
          </p:cNvSpPr>
          <p:nvPr>
            <p:ph type="sldNum" idx="12"/>
          </p:nvPr>
        </p:nvSpPr>
        <p:spPr>
          <a:xfrm>
            <a:off x="11353680" y="6356520"/>
            <a:ext cx="5148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680E19-3413-421D-A9F9-1A7158244C41}" type="slidenum">
              <a:rPr b="0" lang="en-US" sz="18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Image result for paper texture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9000" contrast="36000" sat="0"/>
                    </a14:imgEffect>
                  </a14:imgLayer>
                </a14:imgProps>
              </a:ext>
            </a:extLst>
          </a:blip>
          <a:srcRect l="0" t="0" r="0" b="43749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64" name="Shape 61"/>
          <p:cNvSpPr/>
          <p:nvPr/>
        </p:nvSpPr>
        <p:spPr>
          <a:xfrm>
            <a:off x="9364320" y="6368400"/>
            <a:ext cx="1981080" cy="34236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9080" rIns="19080" tIns="19080" bIns="1908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accent1"/>
                </a:solidFill>
                <a:latin typeface="Calibri"/>
              </a:rPr>
              <a:t>ALPINE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 SKI HOUSE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Rectangle 30"/>
          <p:cNvSpPr/>
          <p:nvPr/>
        </p:nvSpPr>
        <p:spPr>
          <a:xfrm flipV="1">
            <a:off x="0" y="0"/>
            <a:ext cx="12191760" cy="1337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" name="Rectangle 31"/>
          <p:cNvSpPr/>
          <p:nvPr/>
        </p:nvSpPr>
        <p:spPr>
          <a:xfrm flipV="1">
            <a:off x="0" y="1494000"/>
            <a:ext cx="12191760" cy="5363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428400"/>
            <a:ext cx="10515240" cy="63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6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Shape 61"/>
          <p:cNvSpPr/>
          <p:nvPr/>
        </p:nvSpPr>
        <p:spPr>
          <a:xfrm>
            <a:off x="9364320" y="6368400"/>
            <a:ext cx="1981080" cy="34236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9080" rIns="19080" tIns="19080" bIns="1908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accent1"/>
                </a:solidFill>
                <a:latin typeface="Calibri"/>
              </a:rPr>
              <a:t>ALPINE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 SKI HOUSE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ftr" idx="13"/>
          </p:nvPr>
        </p:nvSpPr>
        <p:spPr>
          <a:xfrm>
            <a:off x="8380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14"/>
          </p:nvPr>
        </p:nvSpPr>
        <p:spPr>
          <a:xfrm>
            <a:off x="11353680" y="6356520"/>
            <a:ext cx="5148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B8C56A-F672-4F73-9E96-3E085996D468}" type="slidenum">
              <a:rPr b="0" lang="en-US" sz="18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838080" y="1825560"/>
            <a:ext cx="4984560" cy="453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libri Light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 Ligh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bri Light"/>
              </a:rPr>
              <a:t>Second level</a:t>
            </a:r>
            <a:endParaRPr b="0" lang="en-US" sz="1400" spc="-1" strike="noStrike">
              <a:solidFill>
                <a:schemeClr val="dk1"/>
              </a:solidFill>
              <a:latin typeface="Calibri Ligh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Calibri Light"/>
              </a:rPr>
              <a:t>Third level</a:t>
            </a:r>
            <a:endParaRPr b="0" lang="en-US" sz="1200" spc="-1" strike="noStrike">
              <a:solidFill>
                <a:schemeClr val="dk1"/>
              </a:solidFill>
              <a:latin typeface="Calibri Ligh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Calibri Light"/>
              </a:rPr>
              <a:t>Fourth level</a:t>
            </a:r>
            <a:endParaRPr b="0" lang="en-US" sz="1100" spc="-1" strike="noStrike">
              <a:solidFill>
                <a:schemeClr val="dk1"/>
              </a:solidFill>
              <a:latin typeface="Calibri Ligh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Calibri Light"/>
              </a:rPr>
              <a:t>Fifth level</a:t>
            </a:r>
            <a:endParaRPr b="0" lang="en-US" sz="11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6369120" y="1825560"/>
            <a:ext cx="4984560" cy="454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libri Light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 Ligh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bri Light"/>
              </a:rPr>
              <a:t>Second level</a:t>
            </a:r>
            <a:endParaRPr b="0" lang="en-US" sz="1400" spc="-1" strike="noStrike">
              <a:solidFill>
                <a:schemeClr val="dk1"/>
              </a:solidFill>
              <a:latin typeface="Calibri Ligh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Calibri Light"/>
              </a:rPr>
              <a:t>Third level</a:t>
            </a:r>
            <a:endParaRPr b="0" lang="en-US" sz="1200" spc="-1" strike="noStrike">
              <a:solidFill>
                <a:schemeClr val="dk1"/>
              </a:solidFill>
              <a:latin typeface="Calibri Ligh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Calibri Light"/>
              </a:rPr>
              <a:t>Fourth level</a:t>
            </a:r>
            <a:endParaRPr b="0" lang="en-US" sz="1100" spc="-1" strike="noStrike">
              <a:solidFill>
                <a:schemeClr val="dk1"/>
              </a:solidFill>
              <a:latin typeface="Calibri Ligh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Calibri Light"/>
              </a:rPr>
              <a:t>Fifth level</a:t>
            </a:r>
            <a:endParaRPr b="0" lang="en-US" sz="1100" spc="-1" strike="noStrike">
              <a:solidFill>
                <a:schemeClr val="dk1"/>
              </a:solidFill>
              <a:latin typeface="Calibri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 descr="Image result for paper texture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9000" contrast="36000" sat="0"/>
                    </a14:imgEffect>
                  </a14:imgLayer>
                </a14:imgProps>
              </a:ext>
            </a:extLst>
          </a:blip>
          <a:srcRect l="0" t="0" r="0" b="43749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74" name="Shape 61"/>
          <p:cNvSpPr/>
          <p:nvPr/>
        </p:nvSpPr>
        <p:spPr>
          <a:xfrm>
            <a:off x="9364320" y="6368400"/>
            <a:ext cx="1981080" cy="34236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9080" rIns="19080" tIns="19080" bIns="1908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accent1"/>
                </a:solidFill>
                <a:latin typeface="Calibri"/>
              </a:rPr>
              <a:t>ALPINE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 SKI HOUSE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8"/>
          <p:cNvSpPr/>
          <p:nvPr/>
        </p:nvSpPr>
        <p:spPr>
          <a:xfrm flipV="1">
            <a:off x="0" y="0"/>
            <a:ext cx="12191760" cy="1337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Rectangle 9"/>
          <p:cNvSpPr/>
          <p:nvPr/>
        </p:nvSpPr>
        <p:spPr>
          <a:xfrm flipV="1">
            <a:off x="0" y="1494000"/>
            <a:ext cx="12191760" cy="5363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428400"/>
            <a:ext cx="10515240" cy="63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6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Shape 61"/>
          <p:cNvSpPr/>
          <p:nvPr/>
        </p:nvSpPr>
        <p:spPr>
          <a:xfrm>
            <a:off x="9364320" y="6368400"/>
            <a:ext cx="1981080" cy="34236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9080" rIns="19080" tIns="19080" bIns="1908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accent1"/>
                </a:solidFill>
                <a:latin typeface="Calibri"/>
              </a:rPr>
              <a:t>ALPINE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 SKI HOUSE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ftr" idx="15"/>
          </p:nvPr>
        </p:nvSpPr>
        <p:spPr>
          <a:xfrm>
            <a:off x="8380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16"/>
          </p:nvPr>
        </p:nvSpPr>
        <p:spPr>
          <a:xfrm>
            <a:off x="11353680" y="6356520"/>
            <a:ext cx="5148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0346CB-B61E-431A-A14E-C3CBCABBA29D}" type="slidenum">
              <a:rPr b="0" lang="en-US" sz="18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0.jpe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Freeform: 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88680"/>
            <a:ext cx="12191760" cy="544968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449680"/>
              <a:gd name="textAreaBottom" fmla="*/ 5450040 h 5449680"/>
            </a:gdLst>
            <a:ahLst/>
            <a:rect l="textAreaLeft" t="textAreaTop" r="textAreaRight" b="textAreaBottom"/>
            <a:pathLst>
              <a:path w="12192000" h="5450084">
                <a:moveTo>
                  <a:pt x="69140" y="0"/>
                </a:moveTo>
                <a:lnTo>
                  <a:pt x="87103" y="326"/>
                </a:lnTo>
                <a:lnTo>
                  <a:pt x="107460" y="977"/>
                </a:lnTo>
                <a:lnTo>
                  <a:pt x="129415" y="2279"/>
                </a:lnTo>
                <a:lnTo>
                  <a:pt x="152966" y="4233"/>
                </a:lnTo>
                <a:lnTo>
                  <a:pt x="176917" y="6185"/>
                </a:lnTo>
                <a:lnTo>
                  <a:pt x="200468" y="8789"/>
                </a:lnTo>
                <a:lnTo>
                  <a:pt x="223620" y="11719"/>
                </a:lnTo>
                <a:lnTo>
                  <a:pt x="245973" y="14973"/>
                </a:lnTo>
                <a:lnTo>
                  <a:pt x="265532" y="17902"/>
                </a:lnTo>
                <a:lnTo>
                  <a:pt x="283096" y="21158"/>
                </a:lnTo>
                <a:lnTo>
                  <a:pt x="290281" y="22785"/>
                </a:lnTo>
                <a:lnTo>
                  <a:pt x="297068" y="24412"/>
                </a:lnTo>
                <a:lnTo>
                  <a:pt x="303055" y="26041"/>
                </a:lnTo>
                <a:lnTo>
                  <a:pt x="307445" y="27668"/>
                </a:lnTo>
                <a:lnTo>
                  <a:pt x="311038" y="29295"/>
                </a:lnTo>
                <a:lnTo>
                  <a:pt x="313434" y="30597"/>
                </a:lnTo>
                <a:lnTo>
                  <a:pt x="316627" y="34178"/>
                </a:lnTo>
                <a:lnTo>
                  <a:pt x="319022" y="37758"/>
                </a:lnTo>
                <a:lnTo>
                  <a:pt x="321816" y="41990"/>
                </a:lnTo>
                <a:lnTo>
                  <a:pt x="323812" y="46221"/>
                </a:lnTo>
                <a:lnTo>
                  <a:pt x="327803" y="54359"/>
                </a:lnTo>
                <a:lnTo>
                  <a:pt x="332195" y="62822"/>
                </a:lnTo>
                <a:lnTo>
                  <a:pt x="335787" y="66402"/>
                </a:lnTo>
                <a:lnTo>
                  <a:pt x="338981" y="69983"/>
                </a:lnTo>
                <a:lnTo>
                  <a:pt x="342174" y="72261"/>
                </a:lnTo>
                <a:lnTo>
                  <a:pt x="344968" y="74540"/>
                </a:lnTo>
                <a:lnTo>
                  <a:pt x="347762" y="75841"/>
                </a:lnTo>
                <a:lnTo>
                  <a:pt x="350557" y="77143"/>
                </a:lnTo>
                <a:lnTo>
                  <a:pt x="352952" y="77795"/>
                </a:lnTo>
                <a:lnTo>
                  <a:pt x="355746" y="78120"/>
                </a:lnTo>
                <a:lnTo>
                  <a:pt x="358141" y="77795"/>
                </a:lnTo>
                <a:lnTo>
                  <a:pt x="360137" y="77470"/>
                </a:lnTo>
                <a:lnTo>
                  <a:pt x="362531" y="76818"/>
                </a:lnTo>
                <a:lnTo>
                  <a:pt x="364528" y="75841"/>
                </a:lnTo>
                <a:lnTo>
                  <a:pt x="369318" y="73237"/>
                </a:lnTo>
                <a:lnTo>
                  <a:pt x="373308" y="69983"/>
                </a:lnTo>
                <a:lnTo>
                  <a:pt x="381691" y="62170"/>
                </a:lnTo>
                <a:lnTo>
                  <a:pt x="386082" y="58590"/>
                </a:lnTo>
                <a:lnTo>
                  <a:pt x="390474" y="55335"/>
                </a:lnTo>
                <a:lnTo>
                  <a:pt x="392869" y="54033"/>
                </a:lnTo>
                <a:lnTo>
                  <a:pt x="395264" y="52731"/>
                </a:lnTo>
                <a:lnTo>
                  <a:pt x="397658" y="51754"/>
                </a:lnTo>
                <a:lnTo>
                  <a:pt x="400852" y="51104"/>
                </a:lnTo>
                <a:lnTo>
                  <a:pt x="403646" y="50778"/>
                </a:lnTo>
                <a:lnTo>
                  <a:pt x="406440" y="50778"/>
                </a:lnTo>
                <a:lnTo>
                  <a:pt x="409635" y="51104"/>
                </a:lnTo>
                <a:lnTo>
                  <a:pt x="412827" y="51754"/>
                </a:lnTo>
                <a:lnTo>
                  <a:pt x="409635" y="56963"/>
                </a:lnTo>
                <a:lnTo>
                  <a:pt x="407637" y="62170"/>
                </a:lnTo>
                <a:lnTo>
                  <a:pt x="406440" y="66727"/>
                </a:lnTo>
                <a:lnTo>
                  <a:pt x="406041" y="71285"/>
                </a:lnTo>
                <a:lnTo>
                  <a:pt x="406440" y="75190"/>
                </a:lnTo>
                <a:lnTo>
                  <a:pt x="407637" y="79096"/>
                </a:lnTo>
                <a:lnTo>
                  <a:pt x="409235" y="82351"/>
                </a:lnTo>
                <a:lnTo>
                  <a:pt x="411630" y="85606"/>
                </a:lnTo>
                <a:lnTo>
                  <a:pt x="414424" y="88861"/>
                </a:lnTo>
                <a:lnTo>
                  <a:pt x="417617" y="91791"/>
                </a:lnTo>
                <a:lnTo>
                  <a:pt x="421210" y="94720"/>
                </a:lnTo>
                <a:lnTo>
                  <a:pt x="425201" y="97324"/>
                </a:lnTo>
                <a:lnTo>
                  <a:pt x="433983" y="102207"/>
                </a:lnTo>
                <a:lnTo>
                  <a:pt x="443164" y="107089"/>
                </a:lnTo>
                <a:lnTo>
                  <a:pt x="452745" y="111972"/>
                </a:lnTo>
                <a:lnTo>
                  <a:pt x="461526" y="116854"/>
                </a:lnTo>
                <a:lnTo>
                  <a:pt x="465917" y="119458"/>
                </a:lnTo>
                <a:lnTo>
                  <a:pt x="469909" y="122713"/>
                </a:lnTo>
                <a:lnTo>
                  <a:pt x="473502" y="125642"/>
                </a:lnTo>
                <a:lnTo>
                  <a:pt x="476695" y="128572"/>
                </a:lnTo>
                <a:lnTo>
                  <a:pt x="479089" y="132152"/>
                </a:lnTo>
                <a:lnTo>
                  <a:pt x="481485" y="135734"/>
                </a:lnTo>
                <a:lnTo>
                  <a:pt x="483081" y="139314"/>
                </a:lnTo>
                <a:lnTo>
                  <a:pt x="483879" y="143545"/>
                </a:lnTo>
                <a:lnTo>
                  <a:pt x="484279" y="148102"/>
                </a:lnTo>
                <a:lnTo>
                  <a:pt x="483879" y="152984"/>
                </a:lnTo>
                <a:lnTo>
                  <a:pt x="482682" y="158193"/>
                </a:lnTo>
                <a:lnTo>
                  <a:pt x="480287" y="163401"/>
                </a:lnTo>
                <a:lnTo>
                  <a:pt x="485476" y="183906"/>
                </a:lnTo>
                <a:lnTo>
                  <a:pt x="489469" y="204088"/>
                </a:lnTo>
                <a:lnTo>
                  <a:pt x="493460" y="223943"/>
                </a:lnTo>
                <a:lnTo>
                  <a:pt x="496653" y="244450"/>
                </a:lnTo>
                <a:lnTo>
                  <a:pt x="499048" y="264630"/>
                </a:lnTo>
                <a:lnTo>
                  <a:pt x="499847" y="274721"/>
                </a:lnTo>
                <a:lnTo>
                  <a:pt x="500246" y="285136"/>
                </a:lnTo>
                <a:lnTo>
                  <a:pt x="500645" y="295228"/>
                </a:lnTo>
                <a:lnTo>
                  <a:pt x="500645" y="305643"/>
                </a:lnTo>
                <a:lnTo>
                  <a:pt x="500246" y="316058"/>
                </a:lnTo>
                <a:lnTo>
                  <a:pt x="499847" y="326150"/>
                </a:lnTo>
                <a:lnTo>
                  <a:pt x="503039" y="347307"/>
                </a:lnTo>
                <a:lnTo>
                  <a:pt x="505834" y="368465"/>
                </a:lnTo>
                <a:lnTo>
                  <a:pt x="508230" y="389296"/>
                </a:lnTo>
                <a:lnTo>
                  <a:pt x="509826" y="410453"/>
                </a:lnTo>
                <a:lnTo>
                  <a:pt x="511423" y="431610"/>
                </a:lnTo>
                <a:lnTo>
                  <a:pt x="512620" y="452768"/>
                </a:lnTo>
                <a:lnTo>
                  <a:pt x="513019" y="473925"/>
                </a:lnTo>
                <a:lnTo>
                  <a:pt x="513817" y="494757"/>
                </a:lnTo>
                <a:lnTo>
                  <a:pt x="514616" y="537072"/>
                </a:lnTo>
                <a:lnTo>
                  <a:pt x="515016" y="579712"/>
                </a:lnTo>
                <a:lnTo>
                  <a:pt x="515814" y="621701"/>
                </a:lnTo>
                <a:lnTo>
                  <a:pt x="516612" y="642859"/>
                </a:lnTo>
                <a:lnTo>
                  <a:pt x="517809" y="664342"/>
                </a:lnTo>
                <a:lnTo>
                  <a:pt x="534575" y="1097253"/>
                </a:lnTo>
                <a:lnTo>
                  <a:pt x="552538" y="1097579"/>
                </a:lnTo>
                <a:lnTo>
                  <a:pt x="560521" y="1068936"/>
                </a:lnTo>
                <a:lnTo>
                  <a:pt x="568505" y="1039967"/>
                </a:lnTo>
                <a:lnTo>
                  <a:pt x="575689" y="1011322"/>
                </a:lnTo>
                <a:lnTo>
                  <a:pt x="582874" y="982354"/>
                </a:lnTo>
                <a:lnTo>
                  <a:pt x="611215" y="866802"/>
                </a:lnTo>
                <a:lnTo>
                  <a:pt x="618400" y="837833"/>
                </a:lnTo>
                <a:lnTo>
                  <a:pt x="625586" y="809188"/>
                </a:lnTo>
                <a:lnTo>
                  <a:pt x="633968" y="780219"/>
                </a:lnTo>
                <a:lnTo>
                  <a:pt x="641952" y="751576"/>
                </a:lnTo>
                <a:lnTo>
                  <a:pt x="650335" y="723257"/>
                </a:lnTo>
                <a:lnTo>
                  <a:pt x="659914" y="694613"/>
                </a:lnTo>
                <a:lnTo>
                  <a:pt x="669894" y="666295"/>
                </a:lnTo>
                <a:lnTo>
                  <a:pt x="680273" y="637977"/>
                </a:lnTo>
                <a:lnTo>
                  <a:pt x="679075" y="625933"/>
                </a:lnTo>
                <a:lnTo>
                  <a:pt x="678676" y="614541"/>
                </a:lnTo>
                <a:lnTo>
                  <a:pt x="679075" y="602497"/>
                </a:lnTo>
                <a:lnTo>
                  <a:pt x="680672" y="591105"/>
                </a:lnTo>
                <a:lnTo>
                  <a:pt x="682667" y="579712"/>
                </a:lnTo>
                <a:lnTo>
                  <a:pt x="685462" y="567994"/>
                </a:lnTo>
                <a:lnTo>
                  <a:pt x="689453" y="556602"/>
                </a:lnTo>
                <a:lnTo>
                  <a:pt x="695042" y="545209"/>
                </a:lnTo>
                <a:lnTo>
                  <a:pt x="694642" y="540978"/>
                </a:lnTo>
                <a:lnTo>
                  <a:pt x="694642" y="536746"/>
                </a:lnTo>
                <a:lnTo>
                  <a:pt x="695042" y="532840"/>
                </a:lnTo>
                <a:lnTo>
                  <a:pt x="695441" y="528609"/>
                </a:lnTo>
                <a:lnTo>
                  <a:pt x="696638" y="524703"/>
                </a:lnTo>
                <a:lnTo>
                  <a:pt x="697835" y="520797"/>
                </a:lnTo>
                <a:lnTo>
                  <a:pt x="699432" y="516891"/>
                </a:lnTo>
                <a:lnTo>
                  <a:pt x="701029" y="513311"/>
                </a:lnTo>
                <a:lnTo>
                  <a:pt x="705021" y="506149"/>
                </a:lnTo>
                <a:lnTo>
                  <a:pt x="709811" y="499314"/>
                </a:lnTo>
                <a:lnTo>
                  <a:pt x="715000" y="492153"/>
                </a:lnTo>
                <a:lnTo>
                  <a:pt x="720189" y="485318"/>
                </a:lnTo>
                <a:lnTo>
                  <a:pt x="726177" y="478482"/>
                </a:lnTo>
                <a:lnTo>
                  <a:pt x="731366" y="471321"/>
                </a:lnTo>
                <a:lnTo>
                  <a:pt x="736157" y="464161"/>
                </a:lnTo>
                <a:lnTo>
                  <a:pt x="740548" y="456674"/>
                </a:lnTo>
                <a:lnTo>
                  <a:pt x="743741" y="449188"/>
                </a:lnTo>
                <a:lnTo>
                  <a:pt x="745338" y="445282"/>
                </a:lnTo>
                <a:lnTo>
                  <a:pt x="746535" y="441050"/>
                </a:lnTo>
                <a:lnTo>
                  <a:pt x="747334" y="436819"/>
                </a:lnTo>
                <a:lnTo>
                  <a:pt x="748132" y="432913"/>
                </a:lnTo>
                <a:lnTo>
                  <a:pt x="748132" y="428356"/>
                </a:lnTo>
                <a:lnTo>
                  <a:pt x="748132" y="424124"/>
                </a:lnTo>
                <a:lnTo>
                  <a:pt x="748132" y="420218"/>
                </a:lnTo>
                <a:lnTo>
                  <a:pt x="748930" y="416963"/>
                </a:lnTo>
                <a:lnTo>
                  <a:pt x="750526" y="414033"/>
                </a:lnTo>
                <a:lnTo>
                  <a:pt x="752522" y="412081"/>
                </a:lnTo>
                <a:lnTo>
                  <a:pt x="755317" y="410453"/>
                </a:lnTo>
                <a:lnTo>
                  <a:pt x="758510" y="409802"/>
                </a:lnTo>
                <a:lnTo>
                  <a:pt x="761703" y="409151"/>
                </a:lnTo>
                <a:lnTo>
                  <a:pt x="765695" y="408826"/>
                </a:lnTo>
                <a:lnTo>
                  <a:pt x="769687" y="409151"/>
                </a:lnTo>
                <a:lnTo>
                  <a:pt x="773679" y="409151"/>
                </a:lnTo>
                <a:lnTo>
                  <a:pt x="782062" y="410128"/>
                </a:lnTo>
                <a:lnTo>
                  <a:pt x="790843" y="411104"/>
                </a:lnTo>
                <a:lnTo>
                  <a:pt x="798427" y="411756"/>
                </a:lnTo>
                <a:lnTo>
                  <a:pt x="849122" y="412081"/>
                </a:lnTo>
                <a:lnTo>
                  <a:pt x="900216" y="412406"/>
                </a:lnTo>
                <a:lnTo>
                  <a:pt x="1002404" y="412732"/>
                </a:lnTo>
                <a:lnTo>
                  <a:pt x="1000009" y="403618"/>
                </a:lnTo>
                <a:lnTo>
                  <a:pt x="999610" y="399712"/>
                </a:lnTo>
                <a:lnTo>
                  <a:pt x="999211" y="396132"/>
                </a:lnTo>
                <a:lnTo>
                  <a:pt x="999211" y="393202"/>
                </a:lnTo>
                <a:lnTo>
                  <a:pt x="999211" y="390273"/>
                </a:lnTo>
                <a:lnTo>
                  <a:pt x="1000009" y="387668"/>
                </a:lnTo>
                <a:lnTo>
                  <a:pt x="1000807" y="385390"/>
                </a:lnTo>
                <a:lnTo>
                  <a:pt x="1001605" y="383763"/>
                </a:lnTo>
                <a:lnTo>
                  <a:pt x="1003203" y="382135"/>
                </a:lnTo>
                <a:lnTo>
                  <a:pt x="1004400" y="380833"/>
                </a:lnTo>
                <a:lnTo>
                  <a:pt x="1005996" y="379856"/>
                </a:lnTo>
                <a:lnTo>
                  <a:pt x="1007992" y="379205"/>
                </a:lnTo>
                <a:lnTo>
                  <a:pt x="1009989" y="378554"/>
                </a:lnTo>
                <a:lnTo>
                  <a:pt x="1011985" y="378229"/>
                </a:lnTo>
                <a:lnTo>
                  <a:pt x="1014380" y="377904"/>
                </a:lnTo>
                <a:lnTo>
                  <a:pt x="1019568" y="377904"/>
                </a:lnTo>
                <a:lnTo>
                  <a:pt x="1025156" y="378554"/>
                </a:lnTo>
                <a:lnTo>
                  <a:pt x="1030746" y="379531"/>
                </a:lnTo>
                <a:lnTo>
                  <a:pt x="1036334" y="380508"/>
                </a:lnTo>
                <a:lnTo>
                  <a:pt x="1047910" y="382461"/>
                </a:lnTo>
                <a:lnTo>
                  <a:pt x="1053498" y="383111"/>
                </a:lnTo>
                <a:lnTo>
                  <a:pt x="1058687" y="383437"/>
                </a:lnTo>
                <a:lnTo>
                  <a:pt x="1072659" y="382786"/>
                </a:lnTo>
                <a:lnTo>
                  <a:pt x="1087029" y="381484"/>
                </a:lnTo>
                <a:lnTo>
                  <a:pt x="1101399" y="379531"/>
                </a:lnTo>
                <a:lnTo>
                  <a:pt x="1115370" y="377252"/>
                </a:lnTo>
                <a:lnTo>
                  <a:pt x="1144109" y="373021"/>
                </a:lnTo>
                <a:lnTo>
                  <a:pt x="1158480" y="371394"/>
                </a:lnTo>
                <a:lnTo>
                  <a:pt x="1172851" y="370091"/>
                </a:lnTo>
                <a:lnTo>
                  <a:pt x="1179636" y="369766"/>
                </a:lnTo>
                <a:lnTo>
                  <a:pt x="1187221" y="369441"/>
                </a:lnTo>
                <a:lnTo>
                  <a:pt x="1194006" y="369441"/>
                </a:lnTo>
                <a:lnTo>
                  <a:pt x="1200793" y="369766"/>
                </a:lnTo>
                <a:lnTo>
                  <a:pt x="1207978" y="370417"/>
                </a:lnTo>
                <a:lnTo>
                  <a:pt x="1215163" y="371068"/>
                </a:lnTo>
                <a:lnTo>
                  <a:pt x="1221949" y="372370"/>
                </a:lnTo>
                <a:lnTo>
                  <a:pt x="1228735" y="373671"/>
                </a:lnTo>
                <a:lnTo>
                  <a:pt x="1235520" y="375625"/>
                </a:lnTo>
                <a:lnTo>
                  <a:pt x="1242307" y="377578"/>
                </a:lnTo>
                <a:lnTo>
                  <a:pt x="1249092" y="380181"/>
                </a:lnTo>
                <a:lnTo>
                  <a:pt x="1255878" y="383111"/>
                </a:lnTo>
                <a:lnTo>
                  <a:pt x="1262665" y="386692"/>
                </a:lnTo>
                <a:lnTo>
                  <a:pt x="1269051" y="390924"/>
                </a:lnTo>
                <a:lnTo>
                  <a:pt x="1275437" y="395154"/>
                </a:lnTo>
                <a:lnTo>
                  <a:pt x="1282224" y="400037"/>
                </a:lnTo>
                <a:lnTo>
                  <a:pt x="1310964" y="418916"/>
                </a:lnTo>
                <a:lnTo>
                  <a:pt x="1318948" y="415986"/>
                </a:lnTo>
                <a:lnTo>
                  <a:pt x="1326931" y="413708"/>
                </a:lnTo>
                <a:lnTo>
                  <a:pt x="1334116" y="412081"/>
                </a:lnTo>
                <a:lnTo>
                  <a:pt x="1341701" y="410779"/>
                </a:lnTo>
                <a:lnTo>
                  <a:pt x="1349285" y="410128"/>
                </a:lnTo>
                <a:lnTo>
                  <a:pt x="1356070" y="409476"/>
                </a:lnTo>
                <a:lnTo>
                  <a:pt x="1362856" y="409476"/>
                </a:lnTo>
                <a:lnTo>
                  <a:pt x="1369642" y="409802"/>
                </a:lnTo>
                <a:lnTo>
                  <a:pt x="1376030" y="410453"/>
                </a:lnTo>
                <a:lnTo>
                  <a:pt x="1382815" y="411430"/>
                </a:lnTo>
                <a:lnTo>
                  <a:pt x="1388802" y="412732"/>
                </a:lnTo>
                <a:lnTo>
                  <a:pt x="1394790" y="414685"/>
                </a:lnTo>
                <a:lnTo>
                  <a:pt x="1400378" y="417289"/>
                </a:lnTo>
                <a:lnTo>
                  <a:pt x="1405568" y="419893"/>
                </a:lnTo>
                <a:lnTo>
                  <a:pt x="1411156" y="422496"/>
                </a:lnTo>
                <a:lnTo>
                  <a:pt x="1416346" y="425752"/>
                </a:lnTo>
                <a:lnTo>
                  <a:pt x="1420737" y="429332"/>
                </a:lnTo>
                <a:lnTo>
                  <a:pt x="1425127" y="433239"/>
                </a:lnTo>
                <a:lnTo>
                  <a:pt x="1429518" y="437469"/>
                </a:lnTo>
                <a:lnTo>
                  <a:pt x="1433110" y="442352"/>
                </a:lnTo>
                <a:lnTo>
                  <a:pt x="1436704" y="447560"/>
                </a:lnTo>
                <a:lnTo>
                  <a:pt x="1440296" y="452768"/>
                </a:lnTo>
                <a:lnTo>
                  <a:pt x="1443489" y="458301"/>
                </a:lnTo>
                <a:lnTo>
                  <a:pt x="1446284" y="464161"/>
                </a:lnTo>
                <a:lnTo>
                  <a:pt x="1448678" y="470671"/>
                </a:lnTo>
                <a:lnTo>
                  <a:pt x="1450674" y="477181"/>
                </a:lnTo>
                <a:lnTo>
                  <a:pt x="1452669" y="483690"/>
                </a:lnTo>
                <a:lnTo>
                  <a:pt x="1454267" y="490851"/>
                </a:lnTo>
                <a:lnTo>
                  <a:pt x="1455066" y="498338"/>
                </a:lnTo>
                <a:lnTo>
                  <a:pt x="1455864" y="506149"/>
                </a:lnTo>
                <a:lnTo>
                  <a:pt x="1456263" y="513962"/>
                </a:lnTo>
                <a:lnTo>
                  <a:pt x="1456263" y="522099"/>
                </a:lnTo>
                <a:lnTo>
                  <a:pt x="1458658" y="529260"/>
                </a:lnTo>
                <a:lnTo>
                  <a:pt x="1461053" y="536095"/>
                </a:lnTo>
                <a:lnTo>
                  <a:pt x="1462649" y="543257"/>
                </a:lnTo>
                <a:lnTo>
                  <a:pt x="1463847" y="550092"/>
                </a:lnTo>
                <a:lnTo>
                  <a:pt x="1464246" y="557578"/>
                </a:lnTo>
                <a:lnTo>
                  <a:pt x="1463847" y="564414"/>
                </a:lnTo>
                <a:lnTo>
                  <a:pt x="1463448" y="567994"/>
                </a:lnTo>
                <a:lnTo>
                  <a:pt x="1462649" y="571575"/>
                </a:lnTo>
                <a:lnTo>
                  <a:pt x="1461452" y="575155"/>
                </a:lnTo>
                <a:lnTo>
                  <a:pt x="1460254" y="579061"/>
                </a:lnTo>
                <a:lnTo>
                  <a:pt x="1463448" y="586223"/>
                </a:lnTo>
                <a:lnTo>
                  <a:pt x="1466242" y="593383"/>
                </a:lnTo>
                <a:lnTo>
                  <a:pt x="1467838" y="600869"/>
                </a:lnTo>
                <a:lnTo>
                  <a:pt x="1468637" y="604450"/>
                </a:lnTo>
                <a:lnTo>
                  <a:pt x="1469036" y="608356"/>
                </a:lnTo>
                <a:lnTo>
                  <a:pt x="1469435" y="611936"/>
                </a:lnTo>
                <a:lnTo>
                  <a:pt x="1469036" y="615842"/>
                </a:lnTo>
                <a:lnTo>
                  <a:pt x="1468637" y="619423"/>
                </a:lnTo>
                <a:lnTo>
                  <a:pt x="1468237" y="623004"/>
                </a:lnTo>
                <a:lnTo>
                  <a:pt x="1467040" y="626584"/>
                </a:lnTo>
                <a:lnTo>
                  <a:pt x="1465444" y="630490"/>
                </a:lnTo>
                <a:lnTo>
                  <a:pt x="1463448" y="634396"/>
                </a:lnTo>
                <a:lnTo>
                  <a:pt x="1461053" y="637977"/>
                </a:lnTo>
                <a:lnTo>
                  <a:pt x="1479814" y="726511"/>
                </a:lnTo>
                <a:lnTo>
                  <a:pt x="1488595" y="726511"/>
                </a:lnTo>
                <a:lnTo>
                  <a:pt x="1497777" y="727163"/>
                </a:lnTo>
                <a:lnTo>
                  <a:pt x="1570027" y="489875"/>
                </a:lnTo>
                <a:lnTo>
                  <a:pt x="1576812" y="470671"/>
                </a:lnTo>
                <a:lnTo>
                  <a:pt x="1582800" y="450815"/>
                </a:lnTo>
                <a:lnTo>
                  <a:pt x="1594376" y="411430"/>
                </a:lnTo>
                <a:lnTo>
                  <a:pt x="1605554" y="372370"/>
                </a:lnTo>
                <a:lnTo>
                  <a:pt x="1617927" y="332985"/>
                </a:lnTo>
                <a:lnTo>
                  <a:pt x="1623915" y="313780"/>
                </a:lnTo>
                <a:lnTo>
                  <a:pt x="1630701" y="294250"/>
                </a:lnTo>
                <a:lnTo>
                  <a:pt x="1637885" y="274721"/>
                </a:lnTo>
                <a:lnTo>
                  <a:pt x="1645870" y="255842"/>
                </a:lnTo>
                <a:lnTo>
                  <a:pt x="1653853" y="236637"/>
                </a:lnTo>
                <a:lnTo>
                  <a:pt x="1663033" y="217758"/>
                </a:lnTo>
                <a:lnTo>
                  <a:pt x="1673013" y="198880"/>
                </a:lnTo>
                <a:lnTo>
                  <a:pt x="1683392" y="180652"/>
                </a:lnTo>
                <a:lnTo>
                  <a:pt x="1685787" y="171538"/>
                </a:lnTo>
                <a:lnTo>
                  <a:pt x="1688581" y="163075"/>
                </a:lnTo>
                <a:lnTo>
                  <a:pt x="1691774" y="155263"/>
                </a:lnTo>
                <a:lnTo>
                  <a:pt x="1695367" y="147450"/>
                </a:lnTo>
                <a:lnTo>
                  <a:pt x="1699358" y="140941"/>
                </a:lnTo>
                <a:lnTo>
                  <a:pt x="1703750" y="134757"/>
                </a:lnTo>
                <a:lnTo>
                  <a:pt x="1706943" y="132152"/>
                </a:lnTo>
                <a:lnTo>
                  <a:pt x="1709738" y="129549"/>
                </a:lnTo>
                <a:lnTo>
                  <a:pt x="1712531" y="126945"/>
                </a:lnTo>
                <a:lnTo>
                  <a:pt x="1715325" y="124666"/>
                </a:lnTo>
                <a:lnTo>
                  <a:pt x="1718518" y="122713"/>
                </a:lnTo>
                <a:lnTo>
                  <a:pt x="1722111" y="120761"/>
                </a:lnTo>
                <a:lnTo>
                  <a:pt x="1725305" y="119132"/>
                </a:lnTo>
                <a:lnTo>
                  <a:pt x="1729297" y="117505"/>
                </a:lnTo>
                <a:lnTo>
                  <a:pt x="1733288" y="116528"/>
                </a:lnTo>
                <a:lnTo>
                  <a:pt x="1737678" y="115552"/>
                </a:lnTo>
                <a:lnTo>
                  <a:pt x="1742069" y="114576"/>
                </a:lnTo>
                <a:lnTo>
                  <a:pt x="1746460" y="114251"/>
                </a:lnTo>
                <a:lnTo>
                  <a:pt x="1751251" y="113925"/>
                </a:lnTo>
                <a:lnTo>
                  <a:pt x="1756440" y="113925"/>
                </a:lnTo>
                <a:lnTo>
                  <a:pt x="1761629" y="114251"/>
                </a:lnTo>
                <a:lnTo>
                  <a:pt x="1767218" y="114576"/>
                </a:lnTo>
                <a:lnTo>
                  <a:pt x="1773205" y="115552"/>
                </a:lnTo>
                <a:lnTo>
                  <a:pt x="1779192" y="116528"/>
                </a:lnTo>
                <a:lnTo>
                  <a:pt x="1785580" y="117831"/>
                </a:lnTo>
                <a:lnTo>
                  <a:pt x="1791967" y="119458"/>
                </a:lnTo>
                <a:lnTo>
                  <a:pt x="1797155" y="120435"/>
                </a:lnTo>
                <a:lnTo>
                  <a:pt x="1801946" y="121737"/>
                </a:lnTo>
                <a:lnTo>
                  <a:pt x="1807534" y="122388"/>
                </a:lnTo>
                <a:lnTo>
                  <a:pt x="1812723" y="122713"/>
                </a:lnTo>
                <a:lnTo>
                  <a:pt x="1823501" y="123038"/>
                </a:lnTo>
                <a:lnTo>
                  <a:pt x="1834279" y="123038"/>
                </a:lnTo>
                <a:lnTo>
                  <a:pt x="1856632" y="121737"/>
                </a:lnTo>
                <a:lnTo>
                  <a:pt x="1868208" y="121411"/>
                </a:lnTo>
                <a:lnTo>
                  <a:pt x="1878587" y="120761"/>
                </a:lnTo>
                <a:lnTo>
                  <a:pt x="1891759" y="118807"/>
                </a:lnTo>
                <a:lnTo>
                  <a:pt x="1904932" y="117505"/>
                </a:lnTo>
                <a:lnTo>
                  <a:pt x="1917307" y="117180"/>
                </a:lnTo>
                <a:lnTo>
                  <a:pt x="1929281" y="117505"/>
                </a:lnTo>
                <a:lnTo>
                  <a:pt x="1941656" y="118481"/>
                </a:lnTo>
                <a:lnTo>
                  <a:pt x="1952832" y="120109"/>
                </a:lnTo>
                <a:lnTo>
                  <a:pt x="1963610" y="123038"/>
                </a:lnTo>
                <a:lnTo>
                  <a:pt x="1974787" y="126294"/>
                </a:lnTo>
                <a:lnTo>
                  <a:pt x="1984767" y="130200"/>
                </a:lnTo>
                <a:lnTo>
                  <a:pt x="1994746" y="134757"/>
                </a:lnTo>
                <a:lnTo>
                  <a:pt x="2004326" y="139964"/>
                </a:lnTo>
                <a:lnTo>
                  <a:pt x="2013507" y="145824"/>
                </a:lnTo>
                <a:lnTo>
                  <a:pt x="2022289" y="152984"/>
                </a:lnTo>
                <a:lnTo>
                  <a:pt x="2030672" y="160146"/>
                </a:lnTo>
                <a:lnTo>
                  <a:pt x="2039453" y="168283"/>
                </a:lnTo>
                <a:lnTo>
                  <a:pt x="2047037" y="177397"/>
                </a:lnTo>
                <a:lnTo>
                  <a:pt x="2052626" y="170887"/>
                </a:lnTo>
                <a:lnTo>
                  <a:pt x="2059012" y="164377"/>
                </a:lnTo>
                <a:lnTo>
                  <a:pt x="2066197" y="158193"/>
                </a:lnTo>
                <a:lnTo>
                  <a:pt x="2069390" y="155589"/>
                </a:lnTo>
                <a:lnTo>
                  <a:pt x="2072983" y="153310"/>
                </a:lnTo>
                <a:lnTo>
                  <a:pt x="2076576" y="151032"/>
                </a:lnTo>
                <a:lnTo>
                  <a:pt x="2080168" y="149730"/>
                </a:lnTo>
                <a:lnTo>
                  <a:pt x="2083761" y="148754"/>
                </a:lnTo>
                <a:lnTo>
                  <a:pt x="2087354" y="148754"/>
                </a:lnTo>
                <a:lnTo>
                  <a:pt x="2089349" y="148754"/>
                </a:lnTo>
                <a:lnTo>
                  <a:pt x="2090946" y="149079"/>
                </a:lnTo>
                <a:lnTo>
                  <a:pt x="2092543" y="149730"/>
                </a:lnTo>
                <a:lnTo>
                  <a:pt x="2094539" y="150706"/>
                </a:lnTo>
                <a:lnTo>
                  <a:pt x="2096535" y="151683"/>
                </a:lnTo>
                <a:lnTo>
                  <a:pt x="2098131" y="152984"/>
                </a:lnTo>
                <a:lnTo>
                  <a:pt x="2101325" y="156240"/>
                </a:lnTo>
                <a:lnTo>
                  <a:pt x="2104518" y="159494"/>
                </a:lnTo>
                <a:lnTo>
                  <a:pt x="2107711" y="163075"/>
                </a:lnTo>
                <a:lnTo>
                  <a:pt x="2114896" y="169585"/>
                </a:lnTo>
                <a:lnTo>
                  <a:pt x="2122880" y="176095"/>
                </a:lnTo>
                <a:lnTo>
                  <a:pt x="2131662" y="182279"/>
                </a:lnTo>
                <a:lnTo>
                  <a:pt x="2148426" y="194974"/>
                </a:lnTo>
                <a:lnTo>
                  <a:pt x="2156810" y="201809"/>
                </a:lnTo>
                <a:lnTo>
                  <a:pt x="2164394" y="208319"/>
                </a:lnTo>
                <a:lnTo>
                  <a:pt x="2167986" y="211899"/>
                </a:lnTo>
                <a:lnTo>
                  <a:pt x="2171179" y="215481"/>
                </a:lnTo>
                <a:lnTo>
                  <a:pt x="2173974" y="219061"/>
                </a:lnTo>
                <a:lnTo>
                  <a:pt x="2176369" y="222967"/>
                </a:lnTo>
                <a:lnTo>
                  <a:pt x="2178763" y="226872"/>
                </a:lnTo>
                <a:lnTo>
                  <a:pt x="2180360" y="231104"/>
                </a:lnTo>
                <a:lnTo>
                  <a:pt x="2181957" y="235336"/>
                </a:lnTo>
                <a:lnTo>
                  <a:pt x="2183156" y="239567"/>
                </a:lnTo>
                <a:lnTo>
                  <a:pt x="2183553" y="244124"/>
                </a:lnTo>
                <a:lnTo>
                  <a:pt x="2183553" y="248680"/>
                </a:lnTo>
                <a:lnTo>
                  <a:pt x="2183156" y="253563"/>
                </a:lnTo>
                <a:lnTo>
                  <a:pt x="2181957" y="259097"/>
                </a:lnTo>
                <a:lnTo>
                  <a:pt x="2180360" y="264305"/>
                </a:lnTo>
                <a:lnTo>
                  <a:pt x="2177965" y="269838"/>
                </a:lnTo>
                <a:lnTo>
                  <a:pt x="2175171" y="275372"/>
                </a:lnTo>
                <a:lnTo>
                  <a:pt x="2171579" y="281231"/>
                </a:lnTo>
                <a:lnTo>
                  <a:pt x="2174772" y="287089"/>
                </a:lnTo>
                <a:lnTo>
                  <a:pt x="2177566" y="292298"/>
                </a:lnTo>
                <a:lnTo>
                  <a:pt x="2180360" y="297505"/>
                </a:lnTo>
                <a:lnTo>
                  <a:pt x="2182755" y="302714"/>
                </a:lnTo>
                <a:lnTo>
                  <a:pt x="2186747" y="314106"/>
                </a:lnTo>
                <a:lnTo>
                  <a:pt x="2190340" y="324847"/>
                </a:lnTo>
                <a:lnTo>
                  <a:pt x="2192735" y="336239"/>
                </a:lnTo>
                <a:lnTo>
                  <a:pt x="2195529" y="347307"/>
                </a:lnTo>
                <a:lnTo>
                  <a:pt x="2196727" y="358373"/>
                </a:lnTo>
                <a:lnTo>
                  <a:pt x="2197924" y="369766"/>
                </a:lnTo>
                <a:lnTo>
                  <a:pt x="2199521" y="392550"/>
                </a:lnTo>
                <a:lnTo>
                  <a:pt x="2201117" y="414685"/>
                </a:lnTo>
                <a:lnTo>
                  <a:pt x="2201915" y="426402"/>
                </a:lnTo>
                <a:lnTo>
                  <a:pt x="2202714" y="437469"/>
                </a:lnTo>
                <a:lnTo>
                  <a:pt x="2203911" y="448862"/>
                </a:lnTo>
                <a:lnTo>
                  <a:pt x="2205907" y="459928"/>
                </a:lnTo>
                <a:lnTo>
                  <a:pt x="2227463" y="462533"/>
                </a:lnTo>
                <a:lnTo>
                  <a:pt x="2242631" y="459928"/>
                </a:lnTo>
                <a:lnTo>
                  <a:pt x="2257799" y="457325"/>
                </a:lnTo>
                <a:lnTo>
                  <a:pt x="2273368" y="455372"/>
                </a:lnTo>
                <a:lnTo>
                  <a:pt x="2288537" y="454070"/>
                </a:lnTo>
                <a:lnTo>
                  <a:pt x="2296520" y="453419"/>
                </a:lnTo>
                <a:lnTo>
                  <a:pt x="2304104" y="453419"/>
                </a:lnTo>
                <a:lnTo>
                  <a:pt x="2311688" y="453419"/>
                </a:lnTo>
                <a:lnTo>
                  <a:pt x="2319272" y="454070"/>
                </a:lnTo>
                <a:lnTo>
                  <a:pt x="2327256" y="454722"/>
                </a:lnTo>
                <a:lnTo>
                  <a:pt x="2334840" y="455698"/>
                </a:lnTo>
                <a:lnTo>
                  <a:pt x="2342425" y="457325"/>
                </a:lnTo>
                <a:lnTo>
                  <a:pt x="2350408" y="459278"/>
                </a:lnTo>
                <a:lnTo>
                  <a:pt x="2354798" y="457325"/>
                </a:lnTo>
                <a:lnTo>
                  <a:pt x="2359988" y="455698"/>
                </a:lnTo>
                <a:lnTo>
                  <a:pt x="2364379" y="454722"/>
                </a:lnTo>
                <a:lnTo>
                  <a:pt x="2368770" y="453745"/>
                </a:lnTo>
                <a:lnTo>
                  <a:pt x="2373559" y="453419"/>
                </a:lnTo>
                <a:lnTo>
                  <a:pt x="2377950" y="453093"/>
                </a:lnTo>
                <a:lnTo>
                  <a:pt x="2382342" y="453093"/>
                </a:lnTo>
                <a:lnTo>
                  <a:pt x="2387132" y="453419"/>
                </a:lnTo>
                <a:lnTo>
                  <a:pt x="2396312" y="454722"/>
                </a:lnTo>
                <a:lnTo>
                  <a:pt x="2405494" y="456348"/>
                </a:lnTo>
                <a:lnTo>
                  <a:pt x="2423855" y="460255"/>
                </a:lnTo>
                <a:lnTo>
                  <a:pt x="2441419" y="461882"/>
                </a:lnTo>
                <a:lnTo>
                  <a:pt x="2458983" y="464161"/>
                </a:lnTo>
                <a:lnTo>
                  <a:pt x="2467764" y="465788"/>
                </a:lnTo>
                <a:lnTo>
                  <a:pt x="2476147" y="467415"/>
                </a:lnTo>
                <a:lnTo>
                  <a:pt x="2484131" y="469368"/>
                </a:lnTo>
                <a:lnTo>
                  <a:pt x="2492913" y="471972"/>
                </a:lnTo>
                <a:lnTo>
                  <a:pt x="2500497" y="474251"/>
                </a:lnTo>
                <a:lnTo>
                  <a:pt x="2508479" y="477181"/>
                </a:lnTo>
                <a:lnTo>
                  <a:pt x="2515666" y="480760"/>
                </a:lnTo>
                <a:lnTo>
                  <a:pt x="2523648" y="484667"/>
                </a:lnTo>
                <a:lnTo>
                  <a:pt x="2530434" y="488898"/>
                </a:lnTo>
                <a:lnTo>
                  <a:pt x="2537221" y="493780"/>
                </a:lnTo>
                <a:lnTo>
                  <a:pt x="2543207" y="499640"/>
                </a:lnTo>
                <a:lnTo>
                  <a:pt x="2549196" y="505499"/>
                </a:lnTo>
                <a:lnTo>
                  <a:pt x="2550392" y="505173"/>
                </a:lnTo>
                <a:lnTo>
                  <a:pt x="2551591" y="504848"/>
                </a:lnTo>
                <a:lnTo>
                  <a:pt x="2552787" y="504848"/>
                </a:lnTo>
                <a:lnTo>
                  <a:pt x="2554385" y="504848"/>
                </a:lnTo>
                <a:lnTo>
                  <a:pt x="2556381" y="505824"/>
                </a:lnTo>
                <a:lnTo>
                  <a:pt x="2558776" y="507126"/>
                </a:lnTo>
                <a:lnTo>
                  <a:pt x="2560772" y="508753"/>
                </a:lnTo>
                <a:lnTo>
                  <a:pt x="2562768" y="510706"/>
                </a:lnTo>
                <a:lnTo>
                  <a:pt x="2566759" y="514612"/>
                </a:lnTo>
                <a:lnTo>
                  <a:pt x="2568755" y="516566"/>
                </a:lnTo>
                <a:lnTo>
                  <a:pt x="2571150" y="517867"/>
                </a:lnTo>
                <a:lnTo>
                  <a:pt x="2573146" y="518519"/>
                </a:lnTo>
                <a:lnTo>
                  <a:pt x="2574344" y="518519"/>
                </a:lnTo>
                <a:lnTo>
                  <a:pt x="2575142" y="518519"/>
                </a:lnTo>
                <a:lnTo>
                  <a:pt x="2576339" y="518192"/>
                </a:lnTo>
                <a:lnTo>
                  <a:pt x="2577537" y="517867"/>
                </a:lnTo>
                <a:lnTo>
                  <a:pt x="2579932" y="515915"/>
                </a:lnTo>
                <a:lnTo>
                  <a:pt x="2582327" y="512986"/>
                </a:lnTo>
                <a:lnTo>
                  <a:pt x="2584721" y="508428"/>
                </a:lnTo>
                <a:lnTo>
                  <a:pt x="2587515" y="504848"/>
                </a:lnTo>
                <a:lnTo>
                  <a:pt x="2589911" y="501593"/>
                </a:lnTo>
                <a:lnTo>
                  <a:pt x="2593105" y="498663"/>
                </a:lnTo>
                <a:lnTo>
                  <a:pt x="2596298" y="495733"/>
                </a:lnTo>
                <a:lnTo>
                  <a:pt x="2599491" y="493455"/>
                </a:lnTo>
                <a:lnTo>
                  <a:pt x="2603083" y="491503"/>
                </a:lnTo>
                <a:lnTo>
                  <a:pt x="2606676" y="490200"/>
                </a:lnTo>
                <a:lnTo>
                  <a:pt x="2610268" y="489223"/>
                </a:lnTo>
                <a:lnTo>
                  <a:pt x="2613463" y="488573"/>
                </a:lnTo>
                <a:lnTo>
                  <a:pt x="2617055" y="488573"/>
                </a:lnTo>
                <a:lnTo>
                  <a:pt x="2620248" y="488898"/>
                </a:lnTo>
                <a:lnTo>
                  <a:pt x="2623042" y="489550"/>
                </a:lnTo>
                <a:lnTo>
                  <a:pt x="2625437" y="490526"/>
                </a:lnTo>
                <a:lnTo>
                  <a:pt x="2627433" y="492153"/>
                </a:lnTo>
                <a:lnTo>
                  <a:pt x="2628631" y="494432"/>
                </a:lnTo>
                <a:lnTo>
                  <a:pt x="2629428" y="497036"/>
                </a:lnTo>
                <a:lnTo>
                  <a:pt x="2630228" y="500942"/>
                </a:lnTo>
                <a:lnTo>
                  <a:pt x="2631026" y="504523"/>
                </a:lnTo>
                <a:lnTo>
                  <a:pt x="2632623" y="508103"/>
                </a:lnTo>
                <a:lnTo>
                  <a:pt x="2633820" y="511683"/>
                </a:lnTo>
                <a:lnTo>
                  <a:pt x="2637412" y="517867"/>
                </a:lnTo>
                <a:lnTo>
                  <a:pt x="2641804" y="524377"/>
                </a:lnTo>
                <a:lnTo>
                  <a:pt x="2646593" y="530236"/>
                </a:lnTo>
                <a:lnTo>
                  <a:pt x="2652582" y="535770"/>
                </a:lnTo>
                <a:lnTo>
                  <a:pt x="2663757" y="546511"/>
                </a:lnTo>
                <a:lnTo>
                  <a:pt x="2668947" y="552044"/>
                </a:lnTo>
                <a:lnTo>
                  <a:pt x="2674535" y="557578"/>
                </a:lnTo>
                <a:lnTo>
                  <a:pt x="2679325" y="563112"/>
                </a:lnTo>
                <a:lnTo>
                  <a:pt x="2683716" y="568970"/>
                </a:lnTo>
                <a:lnTo>
                  <a:pt x="2687708" y="575155"/>
                </a:lnTo>
                <a:lnTo>
                  <a:pt x="2689305" y="578410"/>
                </a:lnTo>
                <a:lnTo>
                  <a:pt x="2690503" y="581665"/>
                </a:lnTo>
                <a:lnTo>
                  <a:pt x="2691301" y="585246"/>
                </a:lnTo>
                <a:lnTo>
                  <a:pt x="2692099" y="588500"/>
                </a:lnTo>
                <a:lnTo>
                  <a:pt x="2692498" y="592407"/>
                </a:lnTo>
                <a:lnTo>
                  <a:pt x="2692898" y="595987"/>
                </a:lnTo>
                <a:lnTo>
                  <a:pt x="2696091" y="623004"/>
                </a:lnTo>
                <a:lnTo>
                  <a:pt x="2698087" y="681919"/>
                </a:lnTo>
                <a:lnTo>
                  <a:pt x="2714453" y="756457"/>
                </a:lnTo>
                <a:lnTo>
                  <a:pt x="2729622" y="757434"/>
                </a:lnTo>
                <a:lnTo>
                  <a:pt x="2744789" y="758086"/>
                </a:lnTo>
                <a:lnTo>
                  <a:pt x="2760756" y="758411"/>
                </a:lnTo>
                <a:lnTo>
                  <a:pt x="2775925" y="758086"/>
                </a:lnTo>
                <a:lnTo>
                  <a:pt x="2807061" y="757760"/>
                </a:lnTo>
                <a:lnTo>
                  <a:pt x="2823027" y="758086"/>
                </a:lnTo>
                <a:lnTo>
                  <a:pt x="2838196" y="758411"/>
                </a:lnTo>
                <a:lnTo>
                  <a:pt x="2853364" y="759713"/>
                </a:lnTo>
                <a:lnTo>
                  <a:pt x="2860948" y="760689"/>
                </a:lnTo>
                <a:lnTo>
                  <a:pt x="2868134" y="761991"/>
                </a:lnTo>
                <a:lnTo>
                  <a:pt x="2875319" y="763292"/>
                </a:lnTo>
                <a:lnTo>
                  <a:pt x="2882904" y="764921"/>
                </a:lnTo>
                <a:lnTo>
                  <a:pt x="2890089" y="767199"/>
                </a:lnTo>
                <a:lnTo>
                  <a:pt x="2897274" y="769477"/>
                </a:lnTo>
                <a:lnTo>
                  <a:pt x="2904059" y="772082"/>
                </a:lnTo>
                <a:lnTo>
                  <a:pt x="2910845" y="775011"/>
                </a:lnTo>
                <a:lnTo>
                  <a:pt x="2918031" y="778265"/>
                </a:lnTo>
                <a:lnTo>
                  <a:pt x="2924418" y="782172"/>
                </a:lnTo>
                <a:lnTo>
                  <a:pt x="2930804" y="786404"/>
                </a:lnTo>
                <a:lnTo>
                  <a:pt x="2937190" y="790960"/>
                </a:lnTo>
                <a:lnTo>
                  <a:pt x="2943578" y="796494"/>
                </a:lnTo>
                <a:lnTo>
                  <a:pt x="2949965" y="802028"/>
                </a:lnTo>
                <a:lnTo>
                  <a:pt x="2958746" y="800400"/>
                </a:lnTo>
                <a:lnTo>
                  <a:pt x="2966729" y="799098"/>
                </a:lnTo>
                <a:lnTo>
                  <a:pt x="2974713" y="798121"/>
                </a:lnTo>
                <a:lnTo>
                  <a:pt x="2982297" y="797796"/>
                </a:lnTo>
                <a:lnTo>
                  <a:pt x="2989482" y="797796"/>
                </a:lnTo>
                <a:lnTo>
                  <a:pt x="2996268" y="798447"/>
                </a:lnTo>
                <a:lnTo>
                  <a:pt x="3002256" y="799098"/>
                </a:lnTo>
                <a:lnTo>
                  <a:pt x="3008243" y="800400"/>
                </a:lnTo>
                <a:lnTo>
                  <a:pt x="3014232" y="802028"/>
                </a:lnTo>
                <a:lnTo>
                  <a:pt x="3019420" y="803981"/>
                </a:lnTo>
                <a:lnTo>
                  <a:pt x="3024610" y="806258"/>
                </a:lnTo>
                <a:lnTo>
                  <a:pt x="3029000" y="808537"/>
                </a:lnTo>
                <a:lnTo>
                  <a:pt x="3033391" y="811467"/>
                </a:lnTo>
                <a:lnTo>
                  <a:pt x="3037782" y="814396"/>
                </a:lnTo>
                <a:lnTo>
                  <a:pt x="3041774" y="817651"/>
                </a:lnTo>
                <a:lnTo>
                  <a:pt x="3045765" y="821557"/>
                </a:lnTo>
                <a:lnTo>
                  <a:pt x="3049358" y="825138"/>
                </a:lnTo>
                <a:lnTo>
                  <a:pt x="3052950" y="829043"/>
                </a:lnTo>
                <a:lnTo>
                  <a:pt x="3058938" y="837181"/>
                </a:lnTo>
                <a:lnTo>
                  <a:pt x="3064925" y="845969"/>
                </a:lnTo>
                <a:lnTo>
                  <a:pt x="3070515" y="855409"/>
                </a:lnTo>
                <a:lnTo>
                  <a:pt x="3081291" y="874288"/>
                </a:lnTo>
                <a:lnTo>
                  <a:pt x="3086481" y="883728"/>
                </a:lnTo>
                <a:lnTo>
                  <a:pt x="3092070" y="892515"/>
                </a:lnTo>
                <a:lnTo>
                  <a:pt x="3116419" y="990165"/>
                </a:lnTo>
                <a:lnTo>
                  <a:pt x="3150349" y="978447"/>
                </a:lnTo>
                <a:lnTo>
                  <a:pt x="3152345" y="971937"/>
                </a:lnTo>
                <a:lnTo>
                  <a:pt x="3153542" y="965101"/>
                </a:lnTo>
                <a:lnTo>
                  <a:pt x="3153143" y="950780"/>
                </a:lnTo>
                <a:lnTo>
                  <a:pt x="3153941" y="937109"/>
                </a:lnTo>
                <a:lnTo>
                  <a:pt x="3155139" y="923113"/>
                </a:lnTo>
                <a:lnTo>
                  <a:pt x="3157135" y="909767"/>
                </a:lnTo>
                <a:lnTo>
                  <a:pt x="3159529" y="896097"/>
                </a:lnTo>
                <a:lnTo>
                  <a:pt x="3162722" y="883076"/>
                </a:lnTo>
                <a:lnTo>
                  <a:pt x="3166714" y="869731"/>
                </a:lnTo>
                <a:lnTo>
                  <a:pt x="3171106" y="856711"/>
                </a:lnTo>
                <a:lnTo>
                  <a:pt x="3176295" y="843692"/>
                </a:lnTo>
                <a:lnTo>
                  <a:pt x="3181484" y="830996"/>
                </a:lnTo>
                <a:lnTo>
                  <a:pt x="3187471" y="818302"/>
                </a:lnTo>
                <a:lnTo>
                  <a:pt x="3193459" y="805607"/>
                </a:lnTo>
                <a:lnTo>
                  <a:pt x="3200245" y="793239"/>
                </a:lnTo>
                <a:lnTo>
                  <a:pt x="3207429" y="780545"/>
                </a:lnTo>
                <a:lnTo>
                  <a:pt x="3214615" y="768501"/>
                </a:lnTo>
                <a:lnTo>
                  <a:pt x="3222199" y="755806"/>
                </a:lnTo>
                <a:lnTo>
                  <a:pt x="3222199" y="755481"/>
                </a:lnTo>
                <a:lnTo>
                  <a:pt x="3225392" y="745065"/>
                </a:lnTo>
                <a:lnTo>
                  <a:pt x="3228986" y="735300"/>
                </a:lnTo>
                <a:lnTo>
                  <a:pt x="3233376" y="726511"/>
                </a:lnTo>
                <a:lnTo>
                  <a:pt x="3235772" y="722281"/>
                </a:lnTo>
                <a:lnTo>
                  <a:pt x="3238166" y="718374"/>
                </a:lnTo>
                <a:lnTo>
                  <a:pt x="3241359" y="714468"/>
                </a:lnTo>
                <a:lnTo>
                  <a:pt x="3244155" y="710888"/>
                </a:lnTo>
                <a:lnTo>
                  <a:pt x="3246947" y="707308"/>
                </a:lnTo>
                <a:lnTo>
                  <a:pt x="3250142" y="704052"/>
                </a:lnTo>
                <a:lnTo>
                  <a:pt x="3253734" y="701123"/>
                </a:lnTo>
                <a:lnTo>
                  <a:pt x="3257326" y="698518"/>
                </a:lnTo>
                <a:lnTo>
                  <a:pt x="3260918" y="695915"/>
                </a:lnTo>
                <a:lnTo>
                  <a:pt x="3264910" y="693312"/>
                </a:lnTo>
                <a:lnTo>
                  <a:pt x="3268903" y="691032"/>
                </a:lnTo>
                <a:lnTo>
                  <a:pt x="3273294" y="689079"/>
                </a:lnTo>
                <a:lnTo>
                  <a:pt x="3277684" y="687127"/>
                </a:lnTo>
                <a:lnTo>
                  <a:pt x="3282474" y="685174"/>
                </a:lnTo>
                <a:lnTo>
                  <a:pt x="3287264" y="683872"/>
                </a:lnTo>
                <a:lnTo>
                  <a:pt x="3292055" y="682569"/>
                </a:lnTo>
                <a:lnTo>
                  <a:pt x="3297244" y="681268"/>
                </a:lnTo>
                <a:lnTo>
                  <a:pt x="3302432" y="680291"/>
                </a:lnTo>
                <a:lnTo>
                  <a:pt x="3308421" y="679640"/>
                </a:lnTo>
                <a:lnTo>
                  <a:pt x="3314009" y="678989"/>
                </a:lnTo>
                <a:lnTo>
                  <a:pt x="3325985" y="678664"/>
                </a:lnTo>
                <a:lnTo>
                  <a:pt x="3339156" y="678664"/>
                </a:lnTo>
                <a:lnTo>
                  <a:pt x="3352330" y="679640"/>
                </a:lnTo>
                <a:lnTo>
                  <a:pt x="3363906" y="680291"/>
                </a:lnTo>
                <a:lnTo>
                  <a:pt x="3375481" y="680942"/>
                </a:lnTo>
                <a:lnTo>
                  <a:pt x="3386659" y="680942"/>
                </a:lnTo>
                <a:lnTo>
                  <a:pt x="3398234" y="680616"/>
                </a:lnTo>
                <a:lnTo>
                  <a:pt x="3421386" y="679966"/>
                </a:lnTo>
                <a:lnTo>
                  <a:pt x="3444937" y="679640"/>
                </a:lnTo>
                <a:lnTo>
                  <a:pt x="3456114" y="679640"/>
                </a:lnTo>
                <a:lnTo>
                  <a:pt x="3467690" y="679966"/>
                </a:lnTo>
                <a:lnTo>
                  <a:pt x="3479266" y="680942"/>
                </a:lnTo>
                <a:lnTo>
                  <a:pt x="3490443" y="682244"/>
                </a:lnTo>
                <a:lnTo>
                  <a:pt x="3502020" y="684197"/>
                </a:lnTo>
                <a:lnTo>
                  <a:pt x="3513196" y="687452"/>
                </a:lnTo>
                <a:lnTo>
                  <a:pt x="3518785" y="689079"/>
                </a:lnTo>
                <a:lnTo>
                  <a:pt x="3524373" y="690707"/>
                </a:lnTo>
                <a:lnTo>
                  <a:pt x="3529562" y="692985"/>
                </a:lnTo>
                <a:lnTo>
                  <a:pt x="3535549" y="695264"/>
                </a:lnTo>
                <a:lnTo>
                  <a:pt x="3541537" y="697217"/>
                </a:lnTo>
                <a:lnTo>
                  <a:pt x="3547924" y="699496"/>
                </a:lnTo>
                <a:lnTo>
                  <a:pt x="3553512" y="701774"/>
                </a:lnTo>
                <a:lnTo>
                  <a:pt x="3559500" y="704378"/>
                </a:lnTo>
                <a:lnTo>
                  <a:pt x="3570676" y="709911"/>
                </a:lnTo>
                <a:lnTo>
                  <a:pt x="3581455" y="716096"/>
                </a:lnTo>
                <a:lnTo>
                  <a:pt x="3591434" y="722606"/>
                </a:lnTo>
                <a:lnTo>
                  <a:pt x="3601413" y="729441"/>
                </a:lnTo>
                <a:lnTo>
                  <a:pt x="3610993" y="736603"/>
                </a:lnTo>
                <a:lnTo>
                  <a:pt x="3620174" y="744089"/>
                </a:lnTo>
                <a:lnTo>
                  <a:pt x="3638536" y="759062"/>
                </a:lnTo>
                <a:lnTo>
                  <a:pt x="3656499" y="774360"/>
                </a:lnTo>
                <a:lnTo>
                  <a:pt x="3666477" y="781846"/>
                </a:lnTo>
                <a:lnTo>
                  <a:pt x="3676058" y="788682"/>
                </a:lnTo>
                <a:lnTo>
                  <a:pt x="3686037" y="795843"/>
                </a:lnTo>
                <a:lnTo>
                  <a:pt x="3696815" y="802028"/>
                </a:lnTo>
                <a:lnTo>
                  <a:pt x="3705198" y="807235"/>
                </a:lnTo>
                <a:lnTo>
                  <a:pt x="3713182" y="813094"/>
                </a:lnTo>
                <a:lnTo>
                  <a:pt x="3719967" y="818954"/>
                </a:lnTo>
                <a:lnTo>
                  <a:pt x="3725955" y="825789"/>
                </a:lnTo>
                <a:lnTo>
                  <a:pt x="3731544" y="832624"/>
                </a:lnTo>
                <a:lnTo>
                  <a:pt x="3736333" y="839459"/>
                </a:lnTo>
                <a:lnTo>
                  <a:pt x="3739927" y="846946"/>
                </a:lnTo>
                <a:lnTo>
                  <a:pt x="3743119" y="854432"/>
                </a:lnTo>
                <a:lnTo>
                  <a:pt x="3745513" y="861919"/>
                </a:lnTo>
                <a:lnTo>
                  <a:pt x="3747112" y="870056"/>
                </a:lnTo>
                <a:lnTo>
                  <a:pt x="3748308" y="878194"/>
                </a:lnTo>
                <a:lnTo>
                  <a:pt x="3748707" y="886331"/>
                </a:lnTo>
                <a:lnTo>
                  <a:pt x="3748707" y="894794"/>
                </a:lnTo>
                <a:lnTo>
                  <a:pt x="3748308" y="903583"/>
                </a:lnTo>
                <a:lnTo>
                  <a:pt x="3747510" y="912045"/>
                </a:lnTo>
                <a:lnTo>
                  <a:pt x="3745913" y="920834"/>
                </a:lnTo>
                <a:lnTo>
                  <a:pt x="3747909" y="963800"/>
                </a:lnTo>
                <a:lnTo>
                  <a:pt x="3748308" y="978447"/>
                </a:lnTo>
                <a:lnTo>
                  <a:pt x="3751502" y="1001557"/>
                </a:lnTo>
                <a:lnTo>
                  <a:pt x="3754296" y="1024342"/>
                </a:lnTo>
                <a:lnTo>
                  <a:pt x="3756690" y="1047453"/>
                </a:lnTo>
                <a:lnTo>
                  <a:pt x="3758288" y="1070237"/>
                </a:lnTo>
                <a:lnTo>
                  <a:pt x="3759885" y="1093348"/>
                </a:lnTo>
                <a:lnTo>
                  <a:pt x="3761082" y="1116132"/>
                </a:lnTo>
                <a:lnTo>
                  <a:pt x="3763077" y="1161703"/>
                </a:lnTo>
                <a:lnTo>
                  <a:pt x="3763077" y="1164631"/>
                </a:lnTo>
                <a:lnTo>
                  <a:pt x="3763077" y="1167236"/>
                </a:lnTo>
                <a:lnTo>
                  <a:pt x="3763875" y="1208900"/>
                </a:lnTo>
                <a:lnTo>
                  <a:pt x="3764276" y="1250889"/>
                </a:lnTo>
                <a:lnTo>
                  <a:pt x="3764675" y="1292228"/>
                </a:lnTo>
                <a:lnTo>
                  <a:pt x="3765472" y="1334216"/>
                </a:lnTo>
                <a:lnTo>
                  <a:pt x="3770662" y="1630745"/>
                </a:lnTo>
                <a:lnTo>
                  <a:pt x="3770662" y="1660366"/>
                </a:lnTo>
                <a:lnTo>
                  <a:pt x="3783835" y="1807165"/>
                </a:lnTo>
                <a:lnTo>
                  <a:pt x="3785831" y="1811722"/>
                </a:lnTo>
                <a:lnTo>
                  <a:pt x="3787428" y="1816604"/>
                </a:lnTo>
                <a:lnTo>
                  <a:pt x="3788625" y="1821161"/>
                </a:lnTo>
                <a:lnTo>
                  <a:pt x="3789423" y="1825718"/>
                </a:lnTo>
                <a:lnTo>
                  <a:pt x="3790221" y="1830275"/>
                </a:lnTo>
                <a:lnTo>
                  <a:pt x="3790620" y="1834833"/>
                </a:lnTo>
                <a:lnTo>
                  <a:pt x="3790620" y="1844272"/>
                </a:lnTo>
                <a:lnTo>
                  <a:pt x="3790221" y="1853386"/>
                </a:lnTo>
                <a:lnTo>
                  <a:pt x="3789423" y="1862826"/>
                </a:lnTo>
                <a:lnTo>
                  <a:pt x="3786629" y="1881378"/>
                </a:lnTo>
                <a:lnTo>
                  <a:pt x="3791419" y="1875519"/>
                </a:lnTo>
                <a:lnTo>
                  <a:pt x="3796209" y="1869335"/>
                </a:lnTo>
                <a:lnTo>
                  <a:pt x="3800200" y="1862826"/>
                </a:lnTo>
                <a:lnTo>
                  <a:pt x="3803395" y="1856641"/>
                </a:lnTo>
                <a:lnTo>
                  <a:pt x="3806587" y="1850131"/>
                </a:lnTo>
                <a:lnTo>
                  <a:pt x="3809381" y="1843946"/>
                </a:lnTo>
                <a:lnTo>
                  <a:pt x="3812176" y="1837111"/>
                </a:lnTo>
                <a:lnTo>
                  <a:pt x="3814172" y="1830600"/>
                </a:lnTo>
                <a:lnTo>
                  <a:pt x="3816167" y="1824090"/>
                </a:lnTo>
                <a:lnTo>
                  <a:pt x="3817764" y="1817581"/>
                </a:lnTo>
                <a:lnTo>
                  <a:pt x="3820159" y="1804235"/>
                </a:lnTo>
                <a:lnTo>
                  <a:pt x="3821756" y="1790890"/>
                </a:lnTo>
                <a:lnTo>
                  <a:pt x="3822954" y="1777219"/>
                </a:lnTo>
                <a:lnTo>
                  <a:pt x="3823751" y="1763548"/>
                </a:lnTo>
                <a:lnTo>
                  <a:pt x="3824150" y="1749877"/>
                </a:lnTo>
                <a:lnTo>
                  <a:pt x="3824948" y="1722535"/>
                </a:lnTo>
                <a:lnTo>
                  <a:pt x="3825348" y="1708865"/>
                </a:lnTo>
                <a:lnTo>
                  <a:pt x="3826545" y="1695193"/>
                </a:lnTo>
                <a:lnTo>
                  <a:pt x="3828942" y="1681849"/>
                </a:lnTo>
                <a:lnTo>
                  <a:pt x="3831336" y="1668503"/>
                </a:lnTo>
                <a:lnTo>
                  <a:pt x="3836525" y="1644741"/>
                </a:lnTo>
                <a:lnTo>
                  <a:pt x="3840518" y="1621305"/>
                </a:lnTo>
                <a:lnTo>
                  <a:pt x="3844509" y="1597545"/>
                </a:lnTo>
                <a:lnTo>
                  <a:pt x="3848103" y="1574109"/>
                </a:lnTo>
                <a:lnTo>
                  <a:pt x="3850895" y="1550347"/>
                </a:lnTo>
                <a:lnTo>
                  <a:pt x="3854088" y="1526585"/>
                </a:lnTo>
                <a:lnTo>
                  <a:pt x="3860077" y="1478737"/>
                </a:lnTo>
                <a:lnTo>
                  <a:pt x="3862872" y="1454976"/>
                </a:lnTo>
                <a:lnTo>
                  <a:pt x="3866064" y="1431215"/>
                </a:lnTo>
                <a:lnTo>
                  <a:pt x="3869257" y="1407454"/>
                </a:lnTo>
                <a:lnTo>
                  <a:pt x="3873249" y="1383692"/>
                </a:lnTo>
                <a:lnTo>
                  <a:pt x="3877640" y="1360256"/>
                </a:lnTo>
                <a:lnTo>
                  <a:pt x="3882830" y="1336820"/>
                </a:lnTo>
                <a:lnTo>
                  <a:pt x="3888417" y="1313059"/>
                </a:lnTo>
                <a:lnTo>
                  <a:pt x="3895602" y="1289623"/>
                </a:lnTo>
                <a:lnTo>
                  <a:pt x="4008967" y="654902"/>
                </a:lnTo>
                <a:lnTo>
                  <a:pt x="4011362" y="641557"/>
                </a:lnTo>
                <a:lnTo>
                  <a:pt x="4014156" y="627886"/>
                </a:lnTo>
                <a:lnTo>
                  <a:pt x="4017750" y="614541"/>
                </a:lnTo>
                <a:lnTo>
                  <a:pt x="4022141" y="601195"/>
                </a:lnTo>
                <a:lnTo>
                  <a:pt x="4027329" y="588500"/>
                </a:lnTo>
                <a:lnTo>
                  <a:pt x="4032120" y="575480"/>
                </a:lnTo>
                <a:lnTo>
                  <a:pt x="4037708" y="562787"/>
                </a:lnTo>
                <a:lnTo>
                  <a:pt x="4043297" y="549767"/>
                </a:lnTo>
                <a:lnTo>
                  <a:pt x="4054873" y="524377"/>
                </a:lnTo>
                <a:lnTo>
                  <a:pt x="4066847" y="498989"/>
                </a:lnTo>
                <a:lnTo>
                  <a:pt x="4072036" y="485969"/>
                </a:lnTo>
                <a:lnTo>
                  <a:pt x="4077227" y="473274"/>
                </a:lnTo>
                <a:lnTo>
                  <a:pt x="4082016" y="459928"/>
                </a:lnTo>
                <a:lnTo>
                  <a:pt x="4086407" y="446909"/>
                </a:lnTo>
                <a:lnTo>
                  <a:pt x="4088802" y="441375"/>
                </a:lnTo>
                <a:lnTo>
                  <a:pt x="4091196" y="436168"/>
                </a:lnTo>
                <a:lnTo>
                  <a:pt x="4094789" y="431285"/>
                </a:lnTo>
                <a:lnTo>
                  <a:pt x="4096786" y="429006"/>
                </a:lnTo>
                <a:lnTo>
                  <a:pt x="4098781" y="427054"/>
                </a:lnTo>
                <a:lnTo>
                  <a:pt x="4101176" y="425101"/>
                </a:lnTo>
                <a:lnTo>
                  <a:pt x="4103572" y="423473"/>
                </a:lnTo>
                <a:lnTo>
                  <a:pt x="4106365" y="422171"/>
                </a:lnTo>
                <a:lnTo>
                  <a:pt x="4109159" y="420869"/>
                </a:lnTo>
                <a:lnTo>
                  <a:pt x="4112354" y="419893"/>
                </a:lnTo>
                <a:lnTo>
                  <a:pt x="4115546" y="419242"/>
                </a:lnTo>
                <a:lnTo>
                  <a:pt x="4119139" y="418916"/>
                </a:lnTo>
                <a:lnTo>
                  <a:pt x="4123530" y="418916"/>
                </a:lnTo>
                <a:lnTo>
                  <a:pt x="4141493" y="419242"/>
                </a:lnTo>
                <a:lnTo>
                  <a:pt x="4159855" y="419242"/>
                </a:lnTo>
                <a:lnTo>
                  <a:pt x="4178216" y="418916"/>
                </a:lnTo>
                <a:lnTo>
                  <a:pt x="4196977" y="418266"/>
                </a:lnTo>
                <a:lnTo>
                  <a:pt x="4215340" y="417615"/>
                </a:lnTo>
                <a:lnTo>
                  <a:pt x="4234100" y="416963"/>
                </a:lnTo>
                <a:lnTo>
                  <a:pt x="4252463" y="416963"/>
                </a:lnTo>
                <a:lnTo>
                  <a:pt x="4270824" y="417289"/>
                </a:lnTo>
                <a:lnTo>
                  <a:pt x="4289188" y="418266"/>
                </a:lnTo>
                <a:lnTo>
                  <a:pt x="4297968" y="418916"/>
                </a:lnTo>
                <a:lnTo>
                  <a:pt x="4306750" y="419893"/>
                </a:lnTo>
                <a:lnTo>
                  <a:pt x="4315533" y="421195"/>
                </a:lnTo>
                <a:lnTo>
                  <a:pt x="4324712" y="422822"/>
                </a:lnTo>
                <a:lnTo>
                  <a:pt x="4333494" y="424449"/>
                </a:lnTo>
                <a:lnTo>
                  <a:pt x="4342276" y="426729"/>
                </a:lnTo>
                <a:lnTo>
                  <a:pt x="4351059" y="429006"/>
                </a:lnTo>
                <a:lnTo>
                  <a:pt x="4359840" y="431936"/>
                </a:lnTo>
                <a:lnTo>
                  <a:pt x="4368223" y="434865"/>
                </a:lnTo>
                <a:lnTo>
                  <a:pt x="4376605" y="438445"/>
                </a:lnTo>
                <a:lnTo>
                  <a:pt x="4385387" y="442352"/>
                </a:lnTo>
                <a:lnTo>
                  <a:pt x="4393369" y="446909"/>
                </a:lnTo>
                <a:lnTo>
                  <a:pt x="4401353" y="451792"/>
                </a:lnTo>
                <a:lnTo>
                  <a:pt x="4409338" y="456999"/>
                </a:lnTo>
                <a:lnTo>
                  <a:pt x="4424506" y="468718"/>
                </a:lnTo>
                <a:lnTo>
                  <a:pt x="4430893" y="473600"/>
                </a:lnTo>
                <a:lnTo>
                  <a:pt x="4433687" y="475227"/>
                </a:lnTo>
                <a:lnTo>
                  <a:pt x="4444464" y="466764"/>
                </a:lnTo>
                <a:lnTo>
                  <a:pt x="4449653" y="463510"/>
                </a:lnTo>
                <a:lnTo>
                  <a:pt x="4454443" y="460906"/>
                </a:lnTo>
                <a:lnTo>
                  <a:pt x="4458435" y="458301"/>
                </a:lnTo>
                <a:lnTo>
                  <a:pt x="4462427" y="456674"/>
                </a:lnTo>
                <a:lnTo>
                  <a:pt x="4466019" y="455047"/>
                </a:lnTo>
                <a:lnTo>
                  <a:pt x="4469612" y="454070"/>
                </a:lnTo>
                <a:lnTo>
                  <a:pt x="4472406" y="453419"/>
                </a:lnTo>
                <a:lnTo>
                  <a:pt x="4475201" y="453093"/>
                </a:lnTo>
                <a:lnTo>
                  <a:pt x="4477994" y="453093"/>
                </a:lnTo>
                <a:lnTo>
                  <a:pt x="4479990" y="453419"/>
                </a:lnTo>
                <a:lnTo>
                  <a:pt x="4482386" y="454396"/>
                </a:lnTo>
                <a:lnTo>
                  <a:pt x="4484382" y="455372"/>
                </a:lnTo>
                <a:lnTo>
                  <a:pt x="4485978" y="456674"/>
                </a:lnTo>
                <a:lnTo>
                  <a:pt x="4487575" y="458301"/>
                </a:lnTo>
                <a:lnTo>
                  <a:pt x="4488772" y="459928"/>
                </a:lnTo>
                <a:lnTo>
                  <a:pt x="4489970" y="462208"/>
                </a:lnTo>
                <a:lnTo>
                  <a:pt x="4491566" y="466764"/>
                </a:lnTo>
                <a:lnTo>
                  <a:pt x="4493163" y="472297"/>
                </a:lnTo>
                <a:lnTo>
                  <a:pt x="4493962" y="478157"/>
                </a:lnTo>
                <a:lnTo>
                  <a:pt x="4495158" y="491177"/>
                </a:lnTo>
                <a:lnTo>
                  <a:pt x="4495957" y="504523"/>
                </a:lnTo>
                <a:lnTo>
                  <a:pt x="4511926" y="514287"/>
                </a:lnTo>
                <a:lnTo>
                  <a:pt x="4519909" y="519170"/>
                </a:lnTo>
                <a:lnTo>
                  <a:pt x="4527491" y="524377"/>
                </a:lnTo>
                <a:lnTo>
                  <a:pt x="4535075" y="529585"/>
                </a:lnTo>
                <a:lnTo>
                  <a:pt x="4541862" y="535119"/>
                </a:lnTo>
                <a:lnTo>
                  <a:pt x="4548649" y="540653"/>
                </a:lnTo>
                <a:lnTo>
                  <a:pt x="4554235" y="546511"/>
                </a:lnTo>
                <a:lnTo>
                  <a:pt x="4559026" y="553021"/>
                </a:lnTo>
                <a:lnTo>
                  <a:pt x="4561422" y="556277"/>
                </a:lnTo>
                <a:lnTo>
                  <a:pt x="4563418" y="559531"/>
                </a:lnTo>
                <a:lnTo>
                  <a:pt x="4565015" y="562787"/>
                </a:lnTo>
                <a:lnTo>
                  <a:pt x="4566610" y="566367"/>
                </a:lnTo>
                <a:lnTo>
                  <a:pt x="4567808" y="569947"/>
                </a:lnTo>
                <a:lnTo>
                  <a:pt x="4569005" y="573853"/>
                </a:lnTo>
                <a:lnTo>
                  <a:pt x="4569404" y="577760"/>
                </a:lnTo>
                <a:lnTo>
                  <a:pt x="4569803" y="581990"/>
                </a:lnTo>
                <a:lnTo>
                  <a:pt x="4570203" y="586223"/>
                </a:lnTo>
                <a:lnTo>
                  <a:pt x="4569803" y="590453"/>
                </a:lnTo>
                <a:lnTo>
                  <a:pt x="4569404" y="594685"/>
                </a:lnTo>
                <a:lnTo>
                  <a:pt x="4568607" y="599242"/>
                </a:lnTo>
                <a:lnTo>
                  <a:pt x="4567409" y="604125"/>
                </a:lnTo>
                <a:lnTo>
                  <a:pt x="4565813" y="609332"/>
                </a:lnTo>
                <a:lnTo>
                  <a:pt x="4571002" y="662389"/>
                </a:lnTo>
                <a:lnTo>
                  <a:pt x="4576989" y="703727"/>
                </a:lnTo>
                <a:lnTo>
                  <a:pt x="4580183" y="724559"/>
                </a:lnTo>
                <a:lnTo>
                  <a:pt x="4582578" y="745391"/>
                </a:lnTo>
                <a:lnTo>
                  <a:pt x="4584972" y="765897"/>
                </a:lnTo>
                <a:lnTo>
                  <a:pt x="4586569" y="786729"/>
                </a:lnTo>
                <a:lnTo>
                  <a:pt x="4588166" y="807561"/>
                </a:lnTo>
                <a:lnTo>
                  <a:pt x="4589363" y="828392"/>
                </a:lnTo>
                <a:lnTo>
                  <a:pt x="4589762" y="849224"/>
                </a:lnTo>
                <a:lnTo>
                  <a:pt x="4590161" y="869731"/>
                </a:lnTo>
                <a:lnTo>
                  <a:pt x="4589762" y="890563"/>
                </a:lnTo>
                <a:lnTo>
                  <a:pt x="4588564" y="911394"/>
                </a:lnTo>
                <a:lnTo>
                  <a:pt x="4586968" y="932226"/>
                </a:lnTo>
                <a:lnTo>
                  <a:pt x="4584573" y="952732"/>
                </a:lnTo>
                <a:lnTo>
                  <a:pt x="4581380" y="973564"/>
                </a:lnTo>
                <a:lnTo>
                  <a:pt x="4576989" y="994397"/>
                </a:lnTo>
                <a:lnTo>
                  <a:pt x="4576589" y="997000"/>
                </a:lnTo>
                <a:lnTo>
                  <a:pt x="4576589" y="999279"/>
                </a:lnTo>
                <a:lnTo>
                  <a:pt x="4576589" y="1001883"/>
                </a:lnTo>
                <a:lnTo>
                  <a:pt x="4576989" y="1004162"/>
                </a:lnTo>
                <a:lnTo>
                  <a:pt x="4578985" y="1009044"/>
                </a:lnTo>
                <a:lnTo>
                  <a:pt x="4580981" y="1013601"/>
                </a:lnTo>
                <a:lnTo>
                  <a:pt x="4583376" y="1017832"/>
                </a:lnTo>
                <a:lnTo>
                  <a:pt x="4586170" y="1022064"/>
                </a:lnTo>
                <a:lnTo>
                  <a:pt x="4591758" y="1030527"/>
                </a:lnTo>
                <a:lnTo>
                  <a:pt x="4594154" y="1034758"/>
                </a:lnTo>
                <a:lnTo>
                  <a:pt x="4596150" y="1039315"/>
                </a:lnTo>
                <a:lnTo>
                  <a:pt x="4597747" y="1043547"/>
                </a:lnTo>
                <a:lnTo>
                  <a:pt x="4598146" y="1047778"/>
                </a:lnTo>
                <a:lnTo>
                  <a:pt x="4598146" y="1050057"/>
                </a:lnTo>
                <a:lnTo>
                  <a:pt x="4597747" y="1052334"/>
                </a:lnTo>
                <a:lnTo>
                  <a:pt x="4596948" y="1054614"/>
                </a:lnTo>
                <a:lnTo>
                  <a:pt x="4596150" y="1056892"/>
                </a:lnTo>
                <a:lnTo>
                  <a:pt x="4594951" y="1059171"/>
                </a:lnTo>
                <a:lnTo>
                  <a:pt x="4593355" y="1061450"/>
                </a:lnTo>
                <a:lnTo>
                  <a:pt x="4590960" y="1064379"/>
                </a:lnTo>
                <a:lnTo>
                  <a:pt x="4588564" y="1066657"/>
                </a:lnTo>
                <a:lnTo>
                  <a:pt x="4590161" y="1069260"/>
                </a:lnTo>
                <a:lnTo>
                  <a:pt x="4591359" y="1071865"/>
                </a:lnTo>
                <a:lnTo>
                  <a:pt x="4592158" y="1074469"/>
                </a:lnTo>
                <a:lnTo>
                  <a:pt x="4592557" y="1077073"/>
                </a:lnTo>
                <a:lnTo>
                  <a:pt x="4592956" y="1081955"/>
                </a:lnTo>
                <a:lnTo>
                  <a:pt x="4592557" y="1086838"/>
                </a:lnTo>
                <a:lnTo>
                  <a:pt x="4594951" y="1100509"/>
                </a:lnTo>
                <a:lnTo>
                  <a:pt x="4596549" y="1113854"/>
                </a:lnTo>
                <a:lnTo>
                  <a:pt x="4598146" y="1127525"/>
                </a:lnTo>
                <a:lnTo>
                  <a:pt x="4598943" y="1141197"/>
                </a:lnTo>
                <a:lnTo>
                  <a:pt x="4599743" y="1154867"/>
                </a:lnTo>
                <a:lnTo>
                  <a:pt x="4600142" y="1168212"/>
                </a:lnTo>
                <a:lnTo>
                  <a:pt x="4600142" y="1195554"/>
                </a:lnTo>
                <a:lnTo>
                  <a:pt x="4599743" y="1250238"/>
                </a:lnTo>
                <a:lnTo>
                  <a:pt x="4600142" y="1277580"/>
                </a:lnTo>
                <a:lnTo>
                  <a:pt x="4600541" y="1290925"/>
                </a:lnTo>
                <a:lnTo>
                  <a:pt x="4600940" y="1304596"/>
                </a:lnTo>
                <a:lnTo>
                  <a:pt x="4600940" y="1319569"/>
                </a:lnTo>
                <a:lnTo>
                  <a:pt x="4602137" y="1386297"/>
                </a:lnTo>
                <a:lnTo>
                  <a:pt x="4603334" y="1419496"/>
                </a:lnTo>
                <a:lnTo>
                  <a:pt x="4604134" y="1435772"/>
                </a:lnTo>
                <a:lnTo>
                  <a:pt x="4604932" y="1452372"/>
                </a:lnTo>
                <a:lnTo>
                  <a:pt x="4605331" y="1458232"/>
                </a:lnTo>
                <a:lnTo>
                  <a:pt x="4605331" y="1463765"/>
                </a:lnTo>
                <a:lnTo>
                  <a:pt x="4604932" y="1469624"/>
                </a:lnTo>
                <a:lnTo>
                  <a:pt x="4604134" y="1474506"/>
                </a:lnTo>
                <a:lnTo>
                  <a:pt x="4602936" y="1479063"/>
                </a:lnTo>
                <a:lnTo>
                  <a:pt x="4601339" y="1483294"/>
                </a:lnTo>
                <a:lnTo>
                  <a:pt x="4598943" y="1487201"/>
                </a:lnTo>
                <a:lnTo>
                  <a:pt x="4596549" y="1490455"/>
                </a:lnTo>
                <a:lnTo>
                  <a:pt x="4592956" y="1494037"/>
                </a:lnTo>
                <a:lnTo>
                  <a:pt x="4589363" y="1496640"/>
                </a:lnTo>
                <a:lnTo>
                  <a:pt x="4584972" y="1498918"/>
                </a:lnTo>
                <a:lnTo>
                  <a:pt x="4579783" y="1500546"/>
                </a:lnTo>
                <a:lnTo>
                  <a:pt x="4573796" y="1501848"/>
                </a:lnTo>
                <a:lnTo>
                  <a:pt x="4567010" y="1502825"/>
                </a:lnTo>
                <a:lnTo>
                  <a:pt x="4559825" y="1503150"/>
                </a:lnTo>
                <a:lnTo>
                  <a:pt x="4551841" y="1502825"/>
                </a:lnTo>
                <a:lnTo>
                  <a:pt x="4567808" y="1510962"/>
                </a:lnTo>
                <a:lnTo>
                  <a:pt x="4573397" y="1511287"/>
                </a:lnTo>
                <a:lnTo>
                  <a:pt x="4578586" y="1511613"/>
                </a:lnTo>
                <a:lnTo>
                  <a:pt x="4582978" y="1512264"/>
                </a:lnTo>
                <a:lnTo>
                  <a:pt x="4586968" y="1512915"/>
                </a:lnTo>
                <a:lnTo>
                  <a:pt x="4590563" y="1513891"/>
                </a:lnTo>
                <a:lnTo>
                  <a:pt x="4593754" y="1514868"/>
                </a:lnTo>
                <a:lnTo>
                  <a:pt x="4596150" y="1516170"/>
                </a:lnTo>
                <a:lnTo>
                  <a:pt x="4598544" y="1517798"/>
                </a:lnTo>
                <a:lnTo>
                  <a:pt x="4600142" y="1519425"/>
                </a:lnTo>
                <a:lnTo>
                  <a:pt x="4601738" y="1521378"/>
                </a:lnTo>
                <a:lnTo>
                  <a:pt x="4602936" y="1523006"/>
                </a:lnTo>
                <a:lnTo>
                  <a:pt x="4604134" y="1524959"/>
                </a:lnTo>
                <a:lnTo>
                  <a:pt x="4604532" y="1526912"/>
                </a:lnTo>
                <a:lnTo>
                  <a:pt x="4604932" y="1529189"/>
                </a:lnTo>
                <a:lnTo>
                  <a:pt x="4605331" y="1533422"/>
                </a:lnTo>
                <a:lnTo>
                  <a:pt x="4604932" y="1538304"/>
                </a:lnTo>
                <a:lnTo>
                  <a:pt x="4604134" y="1542861"/>
                </a:lnTo>
                <a:lnTo>
                  <a:pt x="4602137" y="1553277"/>
                </a:lnTo>
                <a:lnTo>
                  <a:pt x="4601339" y="1557834"/>
                </a:lnTo>
                <a:lnTo>
                  <a:pt x="4600940" y="1562716"/>
                </a:lnTo>
                <a:lnTo>
                  <a:pt x="4601339" y="1566948"/>
                </a:lnTo>
                <a:lnTo>
                  <a:pt x="4601738" y="1569226"/>
                </a:lnTo>
                <a:lnTo>
                  <a:pt x="4602137" y="1571179"/>
                </a:lnTo>
                <a:lnTo>
                  <a:pt x="4605331" y="1600799"/>
                </a:lnTo>
                <a:lnTo>
                  <a:pt x="4610121" y="1596243"/>
                </a:lnTo>
                <a:lnTo>
                  <a:pt x="4615310" y="1592011"/>
                </a:lnTo>
                <a:lnTo>
                  <a:pt x="4619302" y="1587453"/>
                </a:lnTo>
                <a:lnTo>
                  <a:pt x="4622894" y="1582897"/>
                </a:lnTo>
                <a:lnTo>
                  <a:pt x="4626486" y="1578340"/>
                </a:lnTo>
                <a:lnTo>
                  <a:pt x="4629680" y="1573458"/>
                </a:lnTo>
                <a:lnTo>
                  <a:pt x="4632474" y="1568250"/>
                </a:lnTo>
                <a:lnTo>
                  <a:pt x="4634870" y="1563367"/>
                </a:lnTo>
                <a:lnTo>
                  <a:pt x="4637265" y="1558484"/>
                </a:lnTo>
                <a:lnTo>
                  <a:pt x="4639261" y="1553277"/>
                </a:lnTo>
                <a:lnTo>
                  <a:pt x="4642852" y="1542861"/>
                </a:lnTo>
                <a:lnTo>
                  <a:pt x="4646046" y="1532119"/>
                </a:lnTo>
                <a:lnTo>
                  <a:pt x="4648840" y="1521703"/>
                </a:lnTo>
                <a:lnTo>
                  <a:pt x="4653231" y="1499895"/>
                </a:lnTo>
                <a:lnTo>
                  <a:pt x="4655626" y="1489154"/>
                </a:lnTo>
                <a:lnTo>
                  <a:pt x="4658420" y="1478412"/>
                </a:lnTo>
                <a:lnTo>
                  <a:pt x="4661615" y="1467996"/>
                </a:lnTo>
                <a:lnTo>
                  <a:pt x="4665605" y="1457580"/>
                </a:lnTo>
                <a:lnTo>
                  <a:pt x="4668000" y="1452698"/>
                </a:lnTo>
                <a:lnTo>
                  <a:pt x="4670794" y="1447815"/>
                </a:lnTo>
                <a:lnTo>
                  <a:pt x="4673590" y="1442932"/>
                </a:lnTo>
                <a:lnTo>
                  <a:pt x="4677181" y="1437725"/>
                </a:lnTo>
                <a:lnTo>
                  <a:pt x="4678378" y="1431540"/>
                </a:lnTo>
                <a:lnTo>
                  <a:pt x="4679976" y="1425356"/>
                </a:lnTo>
                <a:lnTo>
                  <a:pt x="4681972" y="1419171"/>
                </a:lnTo>
                <a:lnTo>
                  <a:pt x="4684366" y="1413312"/>
                </a:lnTo>
                <a:lnTo>
                  <a:pt x="4686761" y="1407127"/>
                </a:lnTo>
                <a:lnTo>
                  <a:pt x="4689555" y="1401595"/>
                </a:lnTo>
                <a:lnTo>
                  <a:pt x="4692749" y="1396061"/>
                </a:lnTo>
                <a:lnTo>
                  <a:pt x="4695943" y="1390528"/>
                </a:lnTo>
                <a:lnTo>
                  <a:pt x="4699535" y="1384994"/>
                </a:lnTo>
                <a:lnTo>
                  <a:pt x="4703128" y="1379461"/>
                </a:lnTo>
                <a:lnTo>
                  <a:pt x="4711909" y="1369045"/>
                </a:lnTo>
                <a:lnTo>
                  <a:pt x="4720692" y="1358955"/>
                </a:lnTo>
                <a:lnTo>
                  <a:pt x="4730271" y="1348863"/>
                </a:lnTo>
                <a:lnTo>
                  <a:pt x="4735460" y="1346585"/>
                </a:lnTo>
                <a:lnTo>
                  <a:pt x="4740251" y="1344633"/>
                </a:lnTo>
                <a:lnTo>
                  <a:pt x="4745838" y="1343005"/>
                </a:lnTo>
                <a:lnTo>
                  <a:pt x="4751029" y="1341703"/>
                </a:lnTo>
                <a:lnTo>
                  <a:pt x="4756217" y="1340726"/>
                </a:lnTo>
                <a:lnTo>
                  <a:pt x="4761007" y="1339749"/>
                </a:lnTo>
                <a:lnTo>
                  <a:pt x="4766196" y="1339099"/>
                </a:lnTo>
                <a:lnTo>
                  <a:pt x="4771386" y="1338773"/>
                </a:lnTo>
                <a:lnTo>
                  <a:pt x="4781765" y="1338448"/>
                </a:lnTo>
                <a:lnTo>
                  <a:pt x="4791744" y="1338773"/>
                </a:lnTo>
                <a:lnTo>
                  <a:pt x="4801722" y="1339749"/>
                </a:lnTo>
                <a:lnTo>
                  <a:pt x="4812102" y="1340726"/>
                </a:lnTo>
                <a:lnTo>
                  <a:pt x="4822080" y="1342354"/>
                </a:lnTo>
                <a:lnTo>
                  <a:pt x="4832459" y="1344307"/>
                </a:lnTo>
                <a:lnTo>
                  <a:pt x="4852818" y="1347887"/>
                </a:lnTo>
                <a:lnTo>
                  <a:pt x="4862796" y="1349515"/>
                </a:lnTo>
                <a:lnTo>
                  <a:pt x="4873175" y="1350817"/>
                </a:lnTo>
                <a:lnTo>
                  <a:pt x="4883154" y="1351793"/>
                </a:lnTo>
                <a:lnTo>
                  <a:pt x="4893533" y="1352119"/>
                </a:lnTo>
                <a:lnTo>
                  <a:pt x="4903911" y="1351142"/>
                </a:lnTo>
                <a:lnTo>
                  <a:pt x="4914688" y="1350492"/>
                </a:lnTo>
                <a:lnTo>
                  <a:pt x="4925466" y="1350492"/>
                </a:lnTo>
                <a:lnTo>
                  <a:pt x="4936245" y="1350817"/>
                </a:lnTo>
                <a:lnTo>
                  <a:pt x="4947820" y="1351793"/>
                </a:lnTo>
                <a:lnTo>
                  <a:pt x="4958996" y="1353096"/>
                </a:lnTo>
                <a:lnTo>
                  <a:pt x="4969774" y="1354722"/>
                </a:lnTo>
                <a:lnTo>
                  <a:pt x="4981350" y="1357002"/>
                </a:lnTo>
                <a:lnTo>
                  <a:pt x="4992528" y="1359931"/>
                </a:lnTo>
                <a:lnTo>
                  <a:pt x="5004103" y="1362860"/>
                </a:lnTo>
                <a:lnTo>
                  <a:pt x="5014882" y="1366115"/>
                </a:lnTo>
                <a:lnTo>
                  <a:pt x="5025659" y="1369695"/>
                </a:lnTo>
                <a:lnTo>
                  <a:pt x="5036835" y="1373601"/>
                </a:lnTo>
                <a:lnTo>
                  <a:pt x="5047613" y="1377833"/>
                </a:lnTo>
                <a:lnTo>
                  <a:pt x="5057991" y="1382390"/>
                </a:lnTo>
                <a:lnTo>
                  <a:pt x="5067971" y="1387924"/>
                </a:lnTo>
                <a:lnTo>
                  <a:pt x="5078351" y="1393132"/>
                </a:lnTo>
                <a:lnTo>
                  <a:pt x="5088328" y="1398340"/>
                </a:lnTo>
                <a:lnTo>
                  <a:pt x="5097910" y="1404198"/>
                </a:lnTo>
                <a:lnTo>
                  <a:pt x="5107089" y="1410057"/>
                </a:lnTo>
                <a:lnTo>
                  <a:pt x="5116270" y="1416567"/>
                </a:lnTo>
                <a:lnTo>
                  <a:pt x="5124655" y="1423078"/>
                </a:lnTo>
                <a:lnTo>
                  <a:pt x="5132636" y="1429588"/>
                </a:lnTo>
                <a:lnTo>
                  <a:pt x="5140620" y="1436423"/>
                </a:lnTo>
                <a:lnTo>
                  <a:pt x="5147804" y="1443909"/>
                </a:lnTo>
                <a:lnTo>
                  <a:pt x="5154590" y="1451071"/>
                </a:lnTo>
                <a:lnTo>
                  <a:pt x="5160978" y="1458232"/>
                </a:lnTo>
                <a:lnTo>
                  <a:pt x="5166965" y="1466044"/>
                </a:lnTo>
                <a:lnTo>
                  <a:pt x="5172154" y="1473530"/>
                </a:lnTo>
                <a:lnTo>
                  <a:pt x="5176546" y="1481342"/>
                </a:lnTo>
                <a:lnTo>
                  <a:pt x="5180537" y="1489154"/>
                </a:lnTo>
                <a:lnTo>
                  <a:pt x="5184130" y="1497291"/>
                </a:lnTo>
                <a:lnTo>
                  <a:pt x="5186524" y="1499895"/>
                </a:lnTo>
                <a:lnTo>
                  <a:pt x="5188122" y="1502825"/>
                </a:lnTo>
                <a:lnTo>
                  <a:pt x="5188521" y="1505754"/>
                </a:lnTo>
                <a:lnTo>
                  <a:pt x="5188122" y="1509010"/>
                </a:lnTo>
                <a:lnTo>
                  <a:pt x="5191713" y="1513240"/>
                </a:lnTo>
                <a:lnTo>
                  <a:pt x="5194908" y="1518123"/>
                </a:lnTo>
                <a:lnTo>
                  <a:pt x="5197302" y="1523006"/>
                </a:lnTo>
                <a:lnTo>
                  <a:pt x="5199298" y="1528213"/>
                </a:lnTo>
                <a:lnTo>
                  <a:pt x="5200895" y="1533422"/>
                </a:lnTo>
                <a:lnTo>
                  <a:pt x="5201693" y="1538629"/>
                </a:lnTo>
                <a:lnTo>
                  <a:pt x="5203292" y="1550347"/>
                </a:lnTo>
                <a:lnTo>
                  <a:pt x="5204887" y="1562065"/>
                </a:lnTo>
                <a:lnTo>
                  <a:pt x="5205685" y="1568575"/>
                </a:lnTo>
                <a:lnTo>
                  <a:pt x="5206882" y="1575410"/>
                </a:lnTo>
                <a:lnTo>
                  <a:pt x="5208478" y="1581920"/>
                </a:lnTo>
                <a:lnTo>
                  <a:pt x="5210475" y="1588757"/>
                </a:lnTo>
                <a:lnTo>
                  <a:pt x="5213269" y="1595592"/>
                </a:lnTo>
                <a:lnTo>
                  <a:pt x="5216462" y="1603403"/>
                </a:lnTo>
                <a:lnTo>
                  <a:pt x="5221253" y="1586477"/>
                </a:lnTo>
                <a:lnTo>
                  <a:pt x="5225644" y="1569877"/>
                </a:lnTo>
                <a:lnTo>
                  <a:pt x="5234425" y="1537653"/>
                </a:lnTo>
                <a:lnTo>
                  <a:pt x="5242409" y="1506405"/>
                </a:lnTo>
                <a:lnTo>
                  <a:pt x="5249993" y="1476134"/>
                </a:lnTo>
                <a:lnTo>
                  <a:pt x="5253985" y="1461161"/>
                </a:lnTo>
                <a:lnTo>
                  <a:pt x="5258376" y="1446513"/>
                </a:lnTo>
                <a:lnTo>
                  <a:pt x="5263166" y="1431866"/>
                </a:lnTo>
                <a:lnTo>
                  <a:pt x="5268354" y="1417544"/>
                </a:lnTo>
                <a:lnTo>
                  <a:pt x="5273545" y="1403547"/>
                </a:lnTo>
                <a:lnTo>
                  <a:pt x="5279133" y="1389551"/>
                </a:lnTo>
                <a:lnTo>
                  <a:pt x="5285520" y="1375555"/>
                </a:lnTo>
                <a:lnTo>
                  <a:pt x="5292306" y="1362209"/>
                </a:lnTo>
                <a:lnTo>
                  <a:pt x="5383316" y="1066331"/>
                </a:lnTo>
                <a:lnTo>
                  <a:pt x="5382918" y="1066331"/>
                </a:lnTo>
                <a:lnTo>
                  <a:pt x="5384515" y="1055590"/>
                </a:lnTo>
                <a:lnTo>
                  <a:pt x="5386110" y="1044848"/>
                </a:lnTo>
                <a:lnTo>
                  <a:pt x="5390502" y="1023691"/>
                </a:lnTo>
                <a:lnTo>
                  <a:pt x="5395690" y="1002533"/>
                </a:lnTo>
                <a:lnTo>
                  <a:pt x="5401679" y="982027"/>
                </a:lnTo>
                <a:lnTo>
                  <a:pt x="5408065" y="961521"/>
                </a:lnTo>
                <a:lnTo>
                  <a:pt x="5415250" y="941014"/>
                </a:lnTo>
                <a:lnTo>
                  <a:pt x="5423233" y="920834"/>
                </a:lnTo>
                <a:lnTo>
                  <a:pt x="5432015" y="900978"/>
                </a:lnTo>
                <a:lnTo>
                  <a:pt x="5440797" y="881124"/>
                </a:lnTo>
                <a:lnTo>
                  <a:pt x="5449979" y="861268"/>
                </a:lnTo>
                <a:lnTo>
                  <a:pt x="5459958" y="841413"/>
                </a:lnTo>
                <a:lnTo>
                  <a:pt x="5469938" y="821883"/>
                </a:lnTo>
                <a:lnTo>
                  <a:pt x="5490693" y="782498"/>
                </a:lnTo>
                <a:lnTo>
                  <a:pt x="5512249" y="743763"/>
                </a:lnTo>
                <a:lnTo>
                  <a:pt x="5514246" y="740183"/>
                </a:lnTo>
                <a:lnTo>
                  <a:pt x="5516640" y="736603"/>
                </a:lnTo>
                <a:lnTo>
                  <a:pt x="5519034" y="734324"/>
                </a:lnTo>
                <a:lnTo>
                  <a:pt x="5521030" y="732370"/>
                </a:lnTo>
                <a:lnTo>
                  <a:pt x="5523427" y="730744"/>
                </a:lnTo>
                <a:lnTo>
                  <a:pt x="5526620" y="729767"/>
                </a:lnTo>
                <a:lnTo>
                  <a:pt x="5529015" y="729116"/>
                </a:lnTo>
                <a:lnTo>
                  <a:pt x="5531410" y="728791"/>
                </a:lnTo>
                <a:lnTo>
                  <a:pt x="5533805" y="728465"/>
                </a:lnTo>
                <a:lnTo>
                  <a:pt x="5536599" y="728465"/>
                </a:lnTo>
                <a:lnTo>
                  <a:pt x="5541788" y="729116"/>
                </a:lnTo>
                <a:lnTo>
                  <a:pt x="5547776" y="729767"/>
                </a:lnTo>
                <a:lnTo>
                  <a:pt x="5553364" y="730093"/>
                </a:lnTo>
                <a:lnTo>
                  <a:pt x="5579710" y="729767"/>
                </a:lnTo>
                <a:lnTo>
                  <a:pt x="5605656" y="729116"/>
                </a:lnTo>
                <a:lnTo>
                  <a:pt x="5657548" y="727814"/>
                </a:lnTo>
                <a:lnTo>
                  <a:pt x="5680702" y="726186"/>
                </a:lnTo>
                <a:lnTo>
                  <a:pt x="5692675" y="725210"/>
                </a:lnTo>
                <a:lnTo>
                  <a:pt x="5704250" y="724234"/>
                </a:lnTo>
                <a:lnTo>
                  <a:pt x="5715827" y="723908"/>
                </a:lnTo>
                <a:lnTo>
                  <a:pt x="5727403" y="723908"/>
                </a:lnTo>
                <a:lnTo>
                  <a:pt x="5738180" y="724234"/>
                </a:lnTo>
                <a:lnTo>
                  <a:pt x="5748958" y="725535"/>
                </a:lnTo>
                <a:lnTo>
                  <a:pt x="5754548" y="726186"/>
                </a:lnTo>
                <a:lnTo>
                  <a:pt x="5759736" y="727488"/>
                </a:lnTo>
                <a:lnTo>
                  <a:pt x="5764924" y="728791"/>
                </a:lnTo>
                <a:lnTo>
                  <a:pt x="5769715" y="730093"/>
                </a:lnTo>
                <a:lnTo>
                  <a:pt x="5774904" y="732045"/>
                </a:lnTo>
                <a:lnTo>
                  <a:pt x="5779695" y="733998"/>
                </a:lnTo>
                <a:lnTo>
                  <a:pt x="5784086" y="736277"/>
                </a:lnTo>
                <a:lnTo>
                  <a:pt x="5788876" y="738880"/>
                </a:lnTo>
                <a:lnTo>
                  <a:pt x="5793266" y="742136"/>
                </a:lnTo>
                <a:lnTo>
                  <a:pt x="5797657" y="745391"/>
                </a:lnTo>
                <a:lnTo>
                  <a:pt x="5801648" y="748971"/>
                </a:lnTo>
                <a:lnTo>
                  <a:pt x="5805642" y="752877"/>
                </a:lnTo>
                <a:lnTo>
                  <a:pt x="5809631" y="757109"/>
                </a:lnTo>
                <a:lnTo>
                  <a:pt x="5813226" y="761991"/>
                </a:lnTo>
                <a:lnTo>
                  <a:pt x="5816817" y="767524"/>
                </a:lnTo>
                <a:lnTo>
                  <a:pt x="5820409" y="772732"/>
                </a:lnTo>
                <a:lnTo>
                  <a:pt x="5823603" y="772732"/>
                </a:lnTo>
                <a:lnTo>
                  <a:pt x="5827195" y="772082"/>
                </a:lnTo>
                <a:lnTo>
                  <a:pt x="5830389" y="771431"/>
                </a:lnTo>
                <a:lnTo>
                  <a:pt x="5833982" y="770453"/>
                </a:lnTo>
                <a:lnTo>
                  <a:pt x="5840369" y="768176"/>
                </a:lnTo>
                <a:lnTo>
                  <a:pt x="5846755" y="765246"/>
                </a:lnTo>
                <a:lnTo>
                  <a:pt x="5853543" y="761991"/>
                </a:lnTo>
                <a:lnTo>
                  <a:pt x="5859529" y="758736"/>
                </a:lnTo>
                <a:lnTo>
                  <a:pt x="5865914" y="755481"/>
                </a:lnTo>
                <a:lnTo>
                  <a:pt x="5872304" y="752552"/>
                </a:lnTo>
                <a:lnTo>
                  <a:pt x="5878689" y="749948"/>
                </a:lnTo>
                <a:lnTo>
                  <a:pt x="5885474" y="747669"/>
                </a:lnTo>
                <a:lnTo>
                  <a:pt x="5889068" y="747018"/>
                </a:lnTo>
                <a:lnTo>
                  <a:pt x="5892261" y="746367"/>
                </a:lnTo>
                <a:lnTo>
                  <a:pt x="5895853" y="746042"/>
                </a:lnTo>
                <a:lnTo>
                  <a:pt x="5899047" y="745717"/>
                </a:lnTo>
                <a:lnTo>
                  <a:pt x="5902639" y="746042"/>
                </a:lnTo>
                <a:lnTo>
                  <a:pt x="5906232" y="746367"/>
                </a:lnTo>
                <a:lnTo>
                  <a:pt x="5909826" y="747018"/>
                </a:lnTo>
                <a:lnTo>
                  <a:pt x="5913817" y="747994"/>
                </a:lnTo>
                <a:lnTo>
                  <a:pt x="5917807" y="749296"/>
                </a:lnTo>
                <a:lnTo>
                  <a:pt x="5921799" y="751250"/>
                </a:lnTo>
                <a:lnTo>
                  <a:pt x="5925790" y="753203"/>
                </a:lnTo>
                <a:lnTo>
                  <a:pt x="5929783" y="755806"/>
                </a:lnTo>
                <a:lnTo>
                  <a:pt x="5935372" y="752552"/>
                </a:lnTo>
                <a:lnTo>
                  <a:pt x="5941358" y="749296"/>
                </a:lnTo>
                <a:lnTo>
                  <a:pt x="5944153" y="747669"/>
                </a:lnTo>
                <a:lnTo>
                  <a:pt x="5946549" y="745717"/>
                </a:lnTo>
                <a:lnTo>
                  <a:pt x="5948544" y="743763"/>
                </a:lnTo>
                <a:lnTo>
                  <a:pt x="5949742" y="741810"/>
                </a:lnTo>
                <a:lnTo>
                  <a:pt x="5960918" y="720001"/>
                </a:lnTo>
                <a:lnTo>
                  <a:pt x="5970897" y="701123"/>
                </a:lnTo>
                <a:lnTo>
                  <a:pt x="5979679" y="684522"/>
                </a:lnTo>
                <a:lnTo>
                  <a:pt x="5988461" y="670852"/>
                </a:lnTo>
                <a:lnTo>
                  <a:pt x="5992454" y="664667"/>
                </a:lnTo>
                <a:lnTo>
                  <a:pt x="5996444" y="659133"/>
                </a:lnTo>
                <a:lnTo>
                  <a:pt x="6000436" y="653600"/>
                </a:lnTo>
                <a:lnTo>
                  <a:pt x="6004828" y="649044"/>
                </a:lnTo>
                <a:lnTo>
                  <a:pt x="6009220" y="644812"/>
                </a:lnTo>
                <a:lnTo>
                  <a:pt x="6013609" y="641231"/>
                </a:lnTo>
                <a:lnTo>
                  <a:pt x="6018798" y="637977"/>
                </a:lnTo>
                <a:lnTo>
                  <a:pt x="6023587" y="635048"/>
                </a:lnTo>
                <a:lnTo>
                  <a:pt x="6028779" y="632443"/>
                </a:lnTo>
                <a:lnTo>
                  <a:pt x="6033967" y="629839"/>
                </a:lnTo>
                <a:lnTo>
                  <a:pt x="6039954" y="627886"/>
                </a:lnTo>
                <a:lnTo>
                  <a:pt x="6045943" y="626584"/>
                </a:lnTo>
                <a:lnTo>
                  <a:pt x="6053127" y="625281"/>
                </a:lnTo>
                <a:lnTo>
                  <a:pt x="6060312" y="624305"/>
                </a:lnTo>
                <a:lnTo>
                  <a:pt x="6067896" y="623329"/>
                </a:lnTo>
                <a:lnTo>
                  <a:pt x="6075881" y="623004"/>
                </a:lnTo>
                <a:lnTo>
                  <a:pt x="6085061" y="622678"/>
                </a:lnTo>
                <a:lnTo>
                  <a:pt x="6094241" y="622352"/>
                </a:lnTo>
                <a:lnTo>
                  <a:pt x="6095684" y="622374"/>
                </a:lnTo>
                <a:lnTo>
                  <a:pt x="6095684" y="92219"/>
                </a:lnTo>
                <a:lnTo>
                  <a:pt x="6096399" y="90815"/>
                </a:lnTo>
                <a:lnTo>
                  <a:pt x="6103186" y="78446"/>
                </a:lnTo>
                <a:lnTo>
                  <a:pt x="6108775" y="65751"/>
                </a:lnTo>
                <a:lnTo>
                  <a:pt x="6113963" y="53057"/>
                </a:lnTo>
                <a:lnTo>
                  <a:pt x="6116359" y="46872"/>
                </a:lnTo>
                <a:lnTo>
                  <a:pt x="6118354" y="40037"/>
                </a:lnTo>
                <a:lnTo>
                  <a:pt x="6119951" y="33852"/>
                </a:lnTo>
                <a:lnTo>
                  <a:pt x="6121149" y="27342"/>
                </a:lnTo>
                <a:lnTo>
                  <a:pt x="6122346" y="20507"/>
                </a:lnTo>
                <a:lnTo>
                  <a:pt x="6123144" y="13997"/>
                </a:lnTo>
                <a:lnTo>
                  <a:pt x="6123144" y="12369"/>
                </a:lnTo>
                <a:lnTo>
                  <a:pt x="6123944" y="10742"/>
                </a:lnTo>
                <a:lnTo>
                  <a:pt x="6125141" y="9439"/>
                </a:lnTo>
                <a:lnTo>
                  <a:pt x="6126338" y="7813"/>
                </a:lnTo>
                <a:lnTo>
                  <a:pt x="6129531" y="5209"/>
                </a:lnTo>
                <a:lnTo>
                  <a:pt x="6133123" y="3255"/>
                </a:lnTo>
                <a:lnTo>
                  <a:pt x="6135918" y="2279"/>
                </a:lnTo>
                <a:lnTo>
                  <a:pt x="6139910" y="1303"/>
                </a:lnTo>
                <a:lnTo>
                  <a:pt x="6145099" y="651"/>
                </a:lnTo>
                <a:lnTo>
                  <a:pt x="6150688" y="326"/>
                </a:lnTo>
                <a:lnTo>
                  <a:pt x="6165457" y="0"/>
                </a:lnTo>
                <a:lnTo>
                  <a:pt x="6183419" y="326"/>
                </a:lnTo>
                <a:lnTo>
                  <a:pt x="6203777" y="977"/>
                </a:lnTo>
                <a:lnTo>
                  <a:pt x="6225732" y="2279"/>
                </a:lnTo>
                <a:lnTo>
                  <a:pt x="6249283" y="4233"/>
                </a:lnTo>
                <a:lnTo>
                  <a:pt x="6273232" y="6185"/>
                </a:lnTo>
                <a:lnTo>
                  <a:pt x="6296785" y="8789"/>
                </a:lnTo>
                <a:lnTo>
                  <a:pt x="6319937" y="11719"/>
                </a:lnTo>
                <a:lnTo>
                  <a:pt x="6342290" y="14973"/>
                </a:lnTo>
                <a:lnTo>
                  <a:pt x="6361849" y="17902"/>
                </a:lnTo>
                <a:lnTo>
                  <a:pt x="6379413" y="21158"/>
                </a:lnTo>
                <a:lnTo>
                  <a:pt x="6386598" y="22785"/>
                </a:lnTo>
                <a:lnTo>
                  <a:pt x="6393384" y="24412"/>
                </a:lnTo>
                <a:lnTo>
                  <a:pt x="6399372" y="26041"/>
                </a:lnTo>
                <a:lnTo>
                  <a:pt x="6403762" y="27668"/>
                </a:lnTo>
                <a:lnTo>
                  <a:pt x="6407354" y="29295"/>
                </a:lnTo>
                <a:lnTo>
                  <a:pt x="6409751" y="30597"/>
                </a:lnTo>
                <a:lnTo>
                  <a:pt x="6412944" y="34178"/>
                </a:lnTo>
                <a:lnTo>
                  <a:pt x="6415338" y="37758"/>
                </a:lnTo>
                <a:lnTo>
                  <a:pt x="6418133" y="41990"/>
                </a:lnTo>
                <a:lnTo>
                  <a:pt x="6420128" y="46221"/>
                </a:lnTo>
                <a:lnTo>
                  <a:pt x="6424120" y="54359"/>
                </a:lnTo>
                <a:lnTo>
                  <a:pt x="6428511" y="62822"/>
                </a:lnTo>
                <a:lnTo>
                  <a:pt x="6432104" y="66402"/>
                </a:lnTo>
                <a:lnTo>
                  <a:pt x="6435297" y="69983"/>
                </a:lnTo>
                <a:lnTo>
                  <a:pt x="6438490" y="72261"/>
                </a:lnTo>
                <a:lnTo>
                  <a:pt x="6441284" y="74540"/>
                </a:lnTo>
                <a:lnTo>
                  <a:pt x="6444079" y="75841"/>
                </a:lnTo>
                <a:lnTo>
                  <a:pt x="6446873" y="77143"/>
                </a:lnTo>
                <a:lnTo>
                  <a:pt x="6449268" y="77795"/>
                </a:lnTo>
                <a:lnTo>
                  <a:pt x="6452063" y="78120"/>
                </a:lnTo>
                <a:lnTo>
                  <a:pt x="6454458" y="77795"/>
                </a:lnTo>
                <a:lnTo>
                  <a:pt x="6456453" y="77470"/>
                </a:lnTo>
                <a:lnTo>
                  <a:pt x="6458848" y="76818"/>
                </a:lnTo>
                <a:lnTo>
                  <a:pt x="6460844" y="75841"/>
                </a:lnTo>
                <a:lnTo>
                  <a:pt x="6465634" y="73237"/>
                </a:lnTo>
                <a:lnTo>
                  <a:pt x="6469626" y="69983"/>
                </a:lnTo>
                <a:lnTo>
                  <a:pt x="6478008" y="62170"/>
                </a:lnTo>
                <a:lnTo>
                  <a:pt x="6482399" y="58590"/>
                </a:lnTo>
                <a:lnTo>
                  <a:pt x="6486790" y="55335"/>
                </a:lnTo>
                <a:lnTo>
                  <a:pt x="6489186" y="54033"/>
                </a:lnTo>
                <a:lnTo>
                  <a:pt x="6491580" y="52731"/>
                </a:lnTo>
                <a:lnTo>
                  <a:pt x="6493975" y="51754"/>
                </a:lnTo>
                <a:lnTo>
                  <a:pt x="6497169" y="51104"/>
                </a:lnTo>
                <a:lnTo>
                  <a:pt x="6499963" y="50778"/>
                </a:lnTo>
                <a:lnTo>
                  <a:pt x="6502756" y="50778"/>
                </a:lnTo>
                <a:lnTo>
                  <a:pt x="6505951" y="51104"/>
                </a:lnTo>
                <a:lnTo>
                  <a:pt x="6509144" y="51754"/>
                </a:lnTo>
                <a:lnTo>
                  <a:pt x="6505951" y="56963"/>
                </a:lnTo>
                <a:lnTo>
                  <a:pt x="6503954" y="62170"/>
                </a:lnTo>
                <a:lnTo>
                  <a:pt x="6502756" y="66727"/>
                </a:lnTo>
                <a:lnTo>
                  <a:pt x="6502357" y="71285"/>
                </a:lnTo>
                <a:lnTo>
                  <a:pt x="6502756" y="75190"/>
                </a:lnTo>
                <a:lnTo>
                  <a:pt x="6503954" y="79096"/>
                </a:lnTo>
                <a:lnTo>
                  <a:pt x="6505550" y="82351"/>
                </a:lnTo>
                <a:lnTo>
                  <a:pt x="6507947" y="85606"/>
                </a:lnTo>
                <a:lnTo>
                  <a:pt x="6510741" y="88861"/>
                </a:lnTo>
                <a:lnTo>
                  <a:pt x="6513933" y="91791"/>
                </a:lnTo>
                <a:lnTo>
                  <a:pt x="6517526" y="94720"/>
                </a:lnTo>
                <a:lnTo>
                  <a:pt x="6521517" y="97324"/>
                </a:lnTo>
                <a:lnTo>
                  <a:pt x="6530300" y="102207"/>
                </a:lnTo>
                <a:lnTo>
                  <a:pt x="6539480" y="107089"/>
                </a:lnTo>
                <a:lnTo>
                  <a:pt x="6549062" y="111972"/>
                </a:lnTo>
                <a:lnTo>
                  <a:pt x="6557843" y="116854"/>
                </a:lnTo>
                <a:lnTo>
                  <a:pt x="6562233" y="119458"/>
                </a:lnTo>
                <a:lnTo>
                  <a:pt x="6566225" y="122713"/>
                </a:lnTo>
                <a:lnTo>
                  <a:pt x="6569818" y="125642"/>
                </a:lnTo>
                <a:lnTo>
                  <a:pt x="6573011" y="128572"/>
                </a:lnTo>
                <a:lnTo>
                  <a:pt x="6575406" y="132152"/>
                </a:lnTo>
                <a:lnTo>
                  <a:pt x="6577801" y="135734"/>
                </a:lnTo>
                <a:lnTo>
                  <a:pt x="6579398" y="139314"/>
                </a:lnTo>
                <a:lnTo>
                  <a:pt x="6580196" y="143545"/>
                </a:lnTo>
                <a:lnTo>
                  <a:pt x="6580595" y="148102"/>
                </a:lnTo>
                <a:lnTo>
                  <a:pt x="6580196" y="152984"/>
                </a:lnTo>
                <a:lnTo>
                  <a:pt x="6578999" y="158193"/>
                </a:lnTo>
                <a:lnTo>
                  <a:pt x="6576604" y="163401"/>
                </a:lnTo>
                <a:lnTo>
                  <a:pt x="6581792" y="183906"/>
                </a:lnTo>
                <a:lnTo>
                  <a:pt x="6585785" y="204088"/>
                </a:lnTo>
                <a:lnTo>
                  <a:pt x="6589777" y="223943"/>
                </a:lnTo>
                <a:lnTo>
                  <a:pt x="6592969" y="244450"/>
                </a:lnTo>
                <a:lnTo>
                  <a:pt x="6595365" y="264630"/>
                </a:lnTo>
                <a:lnTo>
                  <a:pt x="6596163" y="274721"/>
                </a:lnTo>
                <a:lnTo>
                  <a:pt x="6596562" y="285136"/>
                </a:lnTo>
                <a:lnTo>
                  <a:pt x="6596961" y="295228"/>
                </a:lnTo>
                <a:lnTo>
                  <a:pt x="6596961" y="305643"/>
                </a:lnTo>
                <a:lnTo>
                  <a:pt x="6596562" y="316058"/>
                </a:lnTo>
                <a:lnTo>
                  <a:pt x="6596163" y="326150"/>
                </a:lnTo>
                <a:lnTo>
                  <a:pt x="6599356" y="347307"/>
                </a:lnTo>
                <a:lnTo>
                  <a:pt x="6602151" y="368465"/>
                </a:lnTo>
                <a:lnTo>
                  <a:pt x="6604546" y="389296"/>
                </a:lnTo>
                <a:lnTo>
                  <a:pt x="6606143" y="410453"/>
                </a:lnTo>
                <a:lnTo>
                  <a:pt x="6607739" y="431610"/>
                </a:lnTo>
                <a:lnTo>
                  <a:pt x="6608937" y="452768"/>
                </a:lnTo>
                <a:lnTo>
                  <a:pt x="6609336" y="473925"/>
                </a:lnTo>
                <a:lnTo>
                  <a:pt x="6610134" y="494757"/>
                </a:lnTo>
                <a:lnTo>
                  <a:pt x="6610932" y="537072"/>
                </a:lnTo>
                <a:lnTo>
                  <a:pt x="6611332" y="579712"/>
                </a:lnTo>
                <a:lnTo>
                  <a:pt x="6612130" y="621701"/>
                </a:lnTo>
                <a:lnTo>
                  <a:pt x="6612929" y="642859"/>
                </a:lnTo>
                <a:lnTo>
                  <a:pt x="6614126" y="664342"/>
                </a:lnTo>
                <a:lnTo>
                  <a:pt x="6630891" y="1097253"/>
                </a:lnTo>
                <a:lnTo>
                  <a:pt x="6648854" y="1097579"/>
                </a:lnTo>
                <a:lnTo>
                  <a:pt x="6656837" y="1068936"/>
                </a:lnTo>
                <a:lnTo>
                  <a:pt x="6664821" y="1039967"/>
                </a:lnTo>
                <a:lnTo>
                  <a:pt x="6672005" y="1011322"/>
                </a:lnTo>
                <a:lnTo>
                  <a:pt x="6679190" y="982354"/>
                </a:lnTo>
                <a:lnTo>
                  <a:pt x="6707532" y="866802"/>
                </a:lnTo>
                <a:lnTo>
                  <a:pt x="6714717" y="837833"/>
                </a:lnTo>
                <a:lnTo>
                  <a:pt x="6721903" y="809188"/>
                </a:lnTo>
                <a:lnTo>
                  <a:pt x="6730285" y="780219"/>
                </a:lnTo>
                <a:lnTo>
                  <a:pt x="6738269" y="751576"/>
                </a:lnTo>
                <a:lnTo>
                  <a:pt x="6746651" y="723257"/>
                </a:lnTo>
                <a:lnTo>
                  <a:pt x="6756231" y="694613"/>
                </a:lnTo>
                <a:lnTo>
                  <a:pt x="6766211" y="666295"/>
                </a:lnTo>
                <a:lnTo>
                  <a:pt x="6776589" y="637977"/>
                </a:lnTo>
                <a:lnTo>
                  <a:pt x="6775391" y="625933"/>
                </a:lnTo>
                <a:lnTo>
                  <a:pt x="6774992" y="614541"/>
                </a:lnTo>
                <a:lnTo>
                  <a:pt x="6775391" y="602497"/>
                </a:lnTo>
                <a:lnTo>
                  <a:pt x="6776988" y="591105"/>
                </a:lnTo>
                <a:lnTo>
                  <a:pt x="6778984" y="579712"/>
                </a:lnTo>
                <a:lnTo>
                  <a:pt x="6781779" y="567994"/>
                </a:lnTo>
                <a:lnTo>
                  <a:pt x="6785770" y="556602"/>
                </a:lnTo>
                <a:lnTo>
                  <a:pt x="6791358" y="545209"/>
                </a:lnTo>
                <a:lnTo>
                  <a:pt x="6790959" y="540978"/>
                </a:lnTo>
                <a:lnTo>
                  <a:pt x="6790959" y="536746"/>
                </a:lnTo>
                <a:lnTo>
                  <a:pt x="6791358" y="532840"/>
                </a:lnTo>
                <a:lnTo>
                  <a:pt x="6791757" y="528609"/>
                </a:lnTo>
                <a:lnTo>
                  <a:pt x="6792955" y="524703"/>
                </a:lnTo>
                <a:lnTo>
                  <a:pt x="6794152" y="520797"/>
                </a:lnTo>
                <a:lnTo>
                  <a:pt x="6795749" y="516891"/>
                </a:lnTo>
                <a:lnTo>
                  <a:pt x="6797347" y="513311"/>
                </a:lnTo>
                <a:lnTo>
                  <a:pt x="6801338" y="506149"/>
                </a:lnTo>
                <a:lnTo>
                  <a:pt x="6806127" y="499314"/>
                </a:lnTo>
                <a:lnTo>
                  <a:pt x="6811317" y="492153"/>
                </a:lnTo>
                <a:lnTo>
                  <a:pt x="6816507" y="485318"/>
                </a:lnTo>
                <a:lnTo>
                  <a:pt x="6822494" y="478482"/>
                </a:lnTo>
                <a:lnTo>
                  <a:pt x="6827683" y="471321"/>
                </a:lnTo>
                <a:lnTo>
                  <a:pt x="6832472" y="464161"/>
                </a:lnTo>
                <a:lnTo>
                  <a:pt x="6836864" y="456674"/>
                </a:lnTo>
                <a:lnTo>
                  <a:pt x="6840057" y="449188"/>
                </a:lnTo>
                <a:lnTo>
                  <a:pt x="6841655" y="445282"/>
                </a:lnTo>
                <a:lnTo>
                  <a:pt x="6842852" y="441050"/>
                </a:lnTo>
                <a:lnTo>
                  <a:pt x="6843650" y="436819"/>
                </a:lnTo>
                <a:lnTo>
                  <a:pt x="6844448" y="432913"/>
                </a:lnTo>
                <a:lnTo>
                  <a:pt x="6844448" y="428356"/>
                </a:lnTo>
                <a:lnTo>
                  <a:pt x="6844448" y="424124"/>
                </a:lnTo>
                <a:lnTo>
                  <a:pt x="6844448" y="420218"/>
                </a:lnTo>
                <a:lnTo>
                  <a:pt x="6845247" y="416963"/>
                </a:lnTo>
                <a:lnTo>
                  <a:pt x="6846843" y="414033"/>
                </a:lnTo>
                <a:lnTo>
                  <a:pt x="6848839" y="412081"/>
                </a:lnTo>
                <a:lnTo>
                  <a:pt x="6851633" y="410453"/>
                </a:lnTo>
                <a:lnTo>
                  <a:pt x="6854827" y="409802"/>
                </a:lnTo>
                <a:lnTo>
                  <a:pt x="6858020" y="409151"/>
                </a:lnTo>
                <a:lnTo>
                  <a:pt x="6862012" y="408826"/>
                </a:lnTo>
                <a:lnTo>
                  <a:pt x="6866003" y="409151"/>
                </a:lnTo>
                <a:lnTo>
                  <a:pt x="6869995" y="409151"/>
                </a:lnTo>
                <a:lnTo>
                  <a:pt x="6878378" y="410128"/>
                </a:lnTo>
                <a:lnTo>
                  <a:pt x="6887160" y="411104"/>
                </a:lnTo>
                <a:lnTo>
                  <a:pt x="6894744" y="411756"/>
                </a:lnTo>
                <a:lnTo>
                  <a:pt x="6945438" y="412081"/>
                </a:lnTo>
                <a:lnTo>
                  <a:pt x="6996533" y="412406"/>
                </a:lnTo>
                <a:lnTo>
                  <a:pt x="7098721" y="412732"/>
                </a:lnTo>
                <a:lnTo>
                  <a:pt x="7096325" y="403618"/>
                </a:lnTo>
                <a:lnTo>
                  <a:pt x="7095926" y="399712"/>
                </a:lnTo>
                <a:lnTo>
                  <a:pt x="7095527" y="396132"/>
                </a:lnTo>
                <a:lnTo>
                  <a:pt x="7095527" y="393202"/>
                </a:lnTo>
                <a:lnTo>
                  <a:pt x="7095527" y="390273"/>
                </a:lnTo>
                <a:lnTo>
                  <a:pt x="7096325" y="387668"/>
                </a:lnTo>
                <a:lnTo>
                  <a:pt x="7097124" y="385390"/>
                </a:lnTo>
                <a:lnTo>
                  <a:pt x="7097922" y="383763"/>
                </a:lnTo>
                <a:lnTo>
                  <a:pt x="7099519" y="382135"/>
                </a:lnTo>
                <a:lnTo>
                  <a:pt x="7100717" y="380833"/>
                </a:lnTo>
                <a:lnTo>
                  <a:pt x="7102313" y="379856"/>
                </a:lnTo>
                <a:lnTo>
                  <a:pt x="7104310" y="379205"/>
                </a:lnTo>
                <a:lnTo>
                  <a:pt x="7106305" y="378554"/>
                </a:lnTo>
                <a:lnTo>
                  <a:pt x="7108302" y="378229"/>
                </a:lnTo>
                <a:lnTo>
                  <a:pt x="7110696" y="377904"/>
                </a:lnTo>
                <a:lnTo>
                  <a:pt x="7115885" y="377904"/>
                </a:lnTo>
                <a:lnTo>
                  <a:pt x="7121473" y="378554"/>
                </a:lnTo>
                <a:lnTo>
                  <a:pt x="7127063" y="379531"/>
                </a:lnTo>
                <a:lnTo>
                  <a:pt x="7132650" y="380508"/>
                </a:lnTo>
                <a:lnTo>
                  <a:pt x="7144227" y="382461"/>
                </a:lnTo>
                <a:lnTo>
                  <a:pt x="7149815" y="383111"/>
                </a:lnTo>
                <a:lnTo>
                  <a:pt x="7155004" y="383437"/>
                </a:lnTo>
                <a:lnTo>
                  <a:pt x="7168976" y="382786"/>
                </a:lnTo>
                <a:lnTo>
                  <a:pt x="7183346" y="381484"/>
                </a:lnTo>
                <a:lnTo>
                  <a:pt x="7197715" y="379531"/>
                </a:lnTo>
                <a:lnTo>
                  <a:pt x="7211686" y="377252"/>
                </a:lnTo>
                <a:lnTo>
                  <a:pt x="7240427" y="373021"/>
                </a:lnTo>
                <a:lnTo>
                  <a:pt x="7254797" y="371394"/>
                </a:lnTo>
                <a:lnTo>
                  <a:pt x="7269167" y="370091"/>
                </a:lnTo>
                <a:lnTo>
                  <a:pt x="7275952" y="369766"/>
                </a:lnTo>
                <a:lnTo>
                  <a:pt x="7283537" y="369441"/>
                </a:lnTo>
                <a:lnTo>
                  <a:pt x="7290323" y="369441"/>
                </a:lnTo>
                <a:lnTo>
                  <a:pt x="7297110" y="369766"/>
                </a:lnTo>
                <a:lnTo>
                  <a:pt x="7304295" y="370417"/>
                </a:lnTo>
                <a:lnTo>
                  <a:pt x="7311480" y="371068"/>
                </a:lnTo>
                <a:lnTo>
                  <a:pt x="7318265" y="372370"/>
                </a:lnTo>
                <a:lnTo>
                  <a:pt x="7325051" y="373671"/>
                </a:lnTo>
                <a:lnTo>
                  <a:pt x="7331837" y="375625"/>
                </a:lnTo>
                <a:lnTo>
                  <a:pt x="7338624" y="377578"/>
                </a:lnTo>
                <a:lnTo>
                  <a:pt x="7345409" y="380181"/>
                </a:lnTo>
                <a:lnTo>
                  <a:pt x="7352194" y="383111"/>
                </a:lnTo>
                <a:lnTo>
                  <a:pt x="7358981" y="386692"/>
                </a:lnTo>
                <a:lnTo>
                  <a:pt x="7365368" y="390924"/>
                </a:lnTo>
                <a:lnTo>
                  <a:pt x="7371754" y="395154"/>
                </a:lnTo>
                <a:lnTo>
                  <a:pt x="7378540" y="400037"/>
                </a:lnTo>
                <a:lnTo>
                  <a:pt x="7407280" y="418916"/>
                </a:lnTo>
                <a:lnTo>
                  <a:pt x="7415264" y="415986"/>
                </a:lnTo>
                <a:lnTo>
                  <a:pt x="7423247" y="413708"/>
                </a:lnTo>
                <a:lnTo>
                  <a:pt x="7430432" y="412081"/>
                </a:lnTo>
                <a:lnTo>
                  <a:pt x="7438017" y="410779"/>
                </a:lnTo>
                <a:lnTo>
                  <a:pt x="7445601" y="410128"/>
                </a:lnTo>
                <a:lnTo>
                  <a:pt x="7452387" y="409476"/>
                </a:lnTo>
                <a:lnTo>
                  <a:pt x="7459173" y="409476"/>
                </a:lnTo>
                <a:lnTo>
                  <a:pt x="7465959" y="409802"/>
                </a:lnTo>
                <a:lnTo>
                  <a:pt x="7472346" y="410453"/>
                </a:lnTo>
                <a:lnTo>
                  <a:pt x="7479132" y="411430"/>
                </a:lnTo>
                <a:lnTo>
                  <a:pt x="7485119" y="412732"/>
                </a:lnTo>
                <a:lnTo>
                  <a:pt x="7491107" y="414685"/>
                </a:lnTo>
                <a:lnTo>
                  <a:pt x="7496695" y="417289"/>
                </a:lnTo>
                <a:lnTo>
                  <a:pt x="7501884" y="419893"/>
                </a:lnTo>
                <a:lnTo>
                  <a:pt x="7507473" y="422496"/>
                </a:lnTo>
                <a:lnTo>
                  <a:pt x="7512662" y="425752"/>
                </a:lnTo>
                <a:lnTo>
                  <a:pt x="7517053" y="429332"/>
                </a:lnTo>
                <a:lnTo>
                  <a:pt x="7521444" y="433239"/>
                </a:lnTo>
                <a:lnTo>
                  <a:pt x="7525835" y="437469"/>
                </a:lnTo>
                <a:lnTo>
                  <a:pt x="7529428" y="442352"/>
                </a:lnTo>
                <a:lnTo>
                  <a:pt x="7533021" y="447560"/>
                </a:lnTo>
                <a:lnTo>
                  <a:pt x="7536613" y="452768"/>
                </a:lnTo>
                <a:lnTo>
                  <a:pt x="7539805" y="458301"/>
                </a:lnTo>
                <a:lnTo>
                  <a:pt x="7542600" y="464161"/>
                </a:lnTo>
                <a:lnTo>
                  <a:pt x="7544995" y="470671"/>
                </a:lnTo>
                <a:lnTo>
                  <a:pt x="7546990" y="477181"/>
                </a:lnTo>
                <a:lnTo>
                  <a:pt x="7548987" y="483690"/>
                </a:lnTo>
                <a:lnTo>
                  <a:pt x="7550583" y="490851"/>
                </a:lnTo>
                <a:lnTo>
                  <a:pt x="7551382" y="498338"/>
                </a:lnTo>
                <a:lnTo>
                  <a:pt x="7552181" y="506149"/>
                </a:lnTo>
                <a:lnTo>
                  <a:pt x="7552580" y="513962"/>
                </a:lnTo>
                <a:lnTo>
                  <a:pt x="7552580" y="522099"/>
                </a:lnTo>
                <a:lnTo>
                  <a:pt x="7554974" y="529260"/>
                </a:lnTo>
                <a:lnTo>
                  <a:pt x="7557369" y="536095"/>
                </a:lnTo>
                <a:lnTo>
                  <a:pt x="7558966" y="543257"/>
                </a:lnTo>
                <a:lnTo>
                  <a:pt x="7560164" y="550092"/>
                </a:lnTo>
                <a:lnTo>
                  <a:pt x="7560563" y="557578"/>
                </a:lnTo>
                <a:lnTo>
                  <a:pt x="7560164" y="564414"/>
                </a:lnTo>
                <a:lnTo>
                  <a:pt x="7559765" y="567994"/>
                </a:lnTo>
                <a:lnTo>
                  <a:pt x="7558966" y="571575"/>
                </a:lnTo>
                <a:lnTo>
                  <a:pt x="7557768" y="575155"/>
                </a:lnTo>
                <a:lnTo>
                  <a:pt x="7556571" y="579061"/>
                </a:lnTo>
                <a:lnTo>
                  <a:pt x="7559765" y="586223"/>
                </a:lnTo>
                <a:lnTo>
                  <a:pt x="7562558" y="593383"/>
                </a:lnTo>
                <a:lnTo>
                  <a:pt x="7564155" y="600869"/>
                </a:lnTo>
                <a:lnTo>
                  <a:pt x="7564953" y="604450"/>
                </a:lnTo>
                <a:lnTo>
                  <a:pt x="7565352" y="608356"/>
                </a:lnTo>
                <a:lnTo>
                  <a:pt x="7565751" y="611936"/>
                </a:lnTo>
                <a:lnTo>
                  <a:pt x="7565352" y="615842"/>
                </a:lnTo>
                <a:lnTo>
                  <a:pt x="7564953" y="619423"/>
                </a:lnTo>
                <a:lnTo>
                  <a:pt x="7564554" y="623004"/>
                </a:lnTo>
                <a:lnTo>
                  <a:pt x="7563357" y="626584"/>
                </a:lnTo>
                <a:lnTo>
                  <a:pt x="7561760" y="630490"/>
                </a:lnTo>
                <a:lnTo>
                  <a:pt x="7559765" y="634396"/>
                </a:lnTo>
                <a:lnTo>
                  <a:pt x="7557369" y="637977"/>
                </a:lnTo>
                <a:lnTo>
                  <a:pt x="7576131" y="726511"/>
                </a:lnTo>
                <a:lnTo>
                  <a:pt x="7584911" y="726511"/>
                </a:lnTo>
                <a:lnTo>
                  <a:pt x="7594094" y="727163"/>
                </a:lnTo>
                <a:lnTo>
                  <a:pt x="7666344" y="489875"/>
                </a:lnTo>
                <a:lnTo>
                  <a:pt x="7673129" y="470671"/>
                </a:lnTo>
                <a:lnTo>
                  <a:pt x="7679116" y="450815"/>
                </a:lnTo>
                <a:lnTo>
                  <a:pt x="7690693" y="411430"/>
                </a:lnTo>
                <a:lnTo>
                  <a:pt x="7701869" y="372370"/>
                </a:lnTo>
                <a:lnTo>
                  <a:pt x="7714244" y="332985"/>
                </a:lnTo>
                <a:lnTo>
                  <a:pt x="7720231" y="313780"/>
                </a:lnTo>
                <a:lnTo>
                  <a:pt x="7727018" y="294250"/>
                </a:lnTo>
                <a:lnTo>
                  <a:pt x="7734202" y="274721"/>
                </a:lnTo>
                <a:lnTo>
                  <a:pt x="7742186" y="255842"/>
                </a:lnTo>
                <a:lnTo>
                  <a:pt x="7750169" y="236637"/>
                </a:lnTo>
                <a:lnTo>
                  <a:pt x="7759350" y="217758"/>
                </a:lnTo>
                <a:lnTo>
                  <a:pt x="7769329" y="198880"/>
                </a:lnTo>
                <a:lnTo>
                  <a:pt x="7779709" y="180652"/>
                </a:lnTo>
                <a:lnTo>
                  <a:pt x="7782104" y="171538"/>
                </a:lnTo>
                <a:lnTo>
                  <a:pt x="7784898" y="163075"/>
                </a:lnTo>
                <a:lnTo>
                  <a:pt x="7788090" y="155263"/>
                </a:lnTo>
                <a:lnTo>
                  <a:pt x="7791683" y="147450"/>
                </a:lnTo>
                <a:lnTo>
                  <a:pt x="7795674" y="140941"/>
                </a:lnTo>
                <a:lnTo>
                  <a:pt x="7800067" y="134757"/>
                </a:lnTo>
                <a:lnTo>
                  <a:pt x="7803260" y="132152"/>
                </a:lnTo>
                <a:lnTo>
                  <a:pt x="7806054" y="129549"/>
                </a:lnTo>
                <a:lnTo>
                  <a:pt x="7808848" y="126945"/>
                </a:lnTo>
                <a:lnTo>
                  <a:pt x="7811642" y="124666"/>
                </a:lnTo>
                <a:lnTo>
                  <a:pt x="7814835" y="122713"/>
                </a:lnTo>
                <a:lnTo>
                  <a:pt x="7818429" y="120761"/>
                </a:lnTo>
                <a:lnTo>
                  <a:pt x="7821621" y="119132"/>
                </a:lnTo>
                <a:lnTo>
                  <a:pt x="7825613" y="117505"/>
                </a:lnTo>
                <a:lnTo>
                  <a:pt x="7829605" y="116528"/>
                </a:lnTo>
                <a:lnTo>
                  <a:pt x="7833995" y="115552"/>
                </a:lnTo>
                <a:lnTo>
                  <a:pt x="7838387" y="114576"/>
                </a:lnTo>
                <a:lnTo>
                  <a:pt x="7842777" y="114251"/>
                </a:lnTo>
                <a:lnTo>
                  <a:pt x="7847567" y="113925"/>
                </a:lnTo>
                <a:lnTo>
                  <a:pt x="7852757" y="113925"/>
                </a:lnTo>
                <a:lnTo>
                  <a:pt x="7857946" y="114251"/>
                </a:lnTo>
                <a:lnTo>
                  <a:pt x="7863535" y="114576"/>
                </a:lnTo>
                <a:lnTo>
                  <a:pt x="7869521" y="115552"/>
                </a:lnTo>
                <a:lnTo>
                  <a:pt x="7875509" y="116528"/>
                </a:lnTo>
                <a:lnTo>
                  <a:pt x="7881896" y="117831"/>
                </a:lnTo>
                <a:lnTo>
                  <a:pt x="7888283" y="119458"/>
                </a:lnTo>
                <a:lnTo>
                  <a:pt x="7893472" y="120435"/>
                </a:lnTo>
                <a:lnTo>
                  <a:pt x="7898263" y="121737"/>
                </a:lnTo>
                <a:lnTo>
                  <a:pt x="7903850" y="122388"/>
                </a:lnTo>
                <a:lnTo>
                  <a:pt x="7909040" y="122713"/>
                </a:lnTo>
                <a:lnTo>
                  <a:pt x="7919818" y="123038"/>
                </a:lnTo>
                <a:lnTo>
                  <a:pt x="7930595" y="123038"/>
                </a:lnTo>
                <a:lnTo>
                  <a:pt x="7952949" y="121737"/>
                </a:lnTo>
                <a:lnTo>
                  <a:pt x="7964524" y="121411"/>
                </a:lnTo>
                <a:lnTo>
                  <a:pt x="7974904" y="120761"/>
                </a:lnTo>
                <a:lnTo>
                  <a:pt x="7988076" y="118807"/>
                </a:lnTo>
                <a:lnTo>
                  <a:pt x="8001249" y="117505"/>
                </a:lnTo>
                <a:lnTo>
                  <a:pt x="8013623" y="117180"/>
                </a:lnTo>
                <a:lnTo>
                  <a:pt x="8025598" y="117505"/>
                </a:lnTo>
                <a:lnTo>
                  <a:pt x="8037973" y="118481"/>
                </a:lnTo>
                <a:lnTo>
                  <a:pt x="8049149" y="120109"/>
                </a:lnTo>
                <a:lnTo>
                  <a:pt x="8059927" y="123038"/>
                </a:lnTo>
                <a:lnTo>
                  <a:pt x="8071104" y="126294"/>
                </a:lnTo>
                <a:lnTo>
                  <a:pt x="8081083" y="130200"/>
                </a:lnTo>
                <a:lnTo>
                  <a:pt x="8091062" y="134757"/>
                </a:lnTo>
                <a:lnTo>
                  <a:pt x="8100643" y="139964"/>
                </a:lnTo>
                <a:lnTo>
                  <a:pt x="8109824" y="145824"/>
                </a:lnTo>
                <a:lnTo>
                  <a:pt x="8118605" y="152984"/>
                </a:lnTo>
                <a:lnTo>
                  <a:pt x="8126989" y="160146"/>
                </a:lnTo>
                <a:lnTo>
                  <a:pt x="8135770" y="168283"/>
                </a:lnTo>
                <a:lnTo>
                  <a:pt x="8143354" y="177397"/>
                </a:lnTo>
                <a:lnTo>
                  <a:pt x="8148942" y="170887"/>
                </a:lnTo>
                <a:lnTo>
                  <a:pt x="8155329" y="164377"/>
                </a:lnTo>
                <a:lnTo>
                  <a:pt x="8162514" y="158193"/>
                </a:lnTo>
                <a:lnTo>
                  <a:pt x="8165708" y="155589"/>
                </a:lnTo>
                <a:lnTo>
                  <a:pt x="8169300" y="153310"/>
                </a:lnTo>
                <a:lnTo>
                  <a:pt x="8172893" y="151032"/>
                </a:lnTo>
                <a:lnTo>
                  <a:pt x="8176485" y="149730"/>
                </a:lnTo>
                <a:lnTo>
                  <a:pt x="8180078" y="148754"/>
                </a:lnTo>
                <a:lnTo>
                  <a:pt x="8183670" y="148754"/>
                </a:lnTo>
                <a:lnTo>
                  <a:pt x="8185666" y="148754"/>
                </a:lnTo>
                <a:lnTo>
                  <a:pt x="8187263" y="149079"/>
                </a:lnTo>
                <a:lnTo>
                  <a:pt x="8188860" y="149730"/>
                </a:lnTo>
                <a:lnTo>
                  <a:pt x="8190856" y="150706"/>
                </a:lnTo>
                <a:lnTo>
                  <a:pt x="8192851" y="151683"/>
                </a:lnTo>
                <a:lnTo>
                  <a:pt x="8194448" y="152984"/>
                </a:lnTo>
                <a:lnTo>
                  <a:pt x="8197641" y="156240"/>
                </a:lnTo>
                <a:lnTo>
                  <a:pt x="8200834" y="159494"/>
                </a:lnTo>
                <a:lnTo>
                  <a:pt x="8204028" y="163075"/>
                </a:lnTo>
                <a:lnTo>
                  <a:pt x="8211213" y="169585"/>
                </a:lnTo>
                <a:lnTo>
                  <a:pt x="8219196" y="176095"/>
                </a:lnTo>
                <a:lnTo>
                  <a:pt x="8227979" y="182279"/>
                </a:lnTo>
                <a:lnTo>
                  <a:pt x="8244744" y="194974"/>
                </a:lnTo>
                <a:lnTo>
                  <a:pt x="8253126" y="201809"/>
                </a:lnTo>
                <a:lnTo>
                  <a:pt x="8260710" y="208319"/>
                </a:lnTo>
                <a:lnTo>
                  <a:pt x="8264303" y="211899"/>
                </a:lnTo>
                <a:lnTo>
                  <a:pt x="8267496" y="215481"/>
                </a:lnTo>
                <a:lnTo>
                  <a:pt x="8270291" y="219061"/>
                </a:lnTo>
                <a:lnTo>
                  <a:pt x="8272685" y="222967"/>
                </a:lnTo>
                <a:lnTo>
                  <a:pt x="8275080" y="226872"/>
                </a:lnTo>
                <a:lnTo>
                  <a:pt x="8276677" y="231104"/>
                </a:lnTo>
                <a:lnTo>
                  <a:pt x="8278274" y="235336"/>
                </a:lnTo>
                <a:lnTo>
                  <a:pt x="8279471" y="239567"/>
                </a:lnTo>
                <a:lnTo>
                  <a:pt x="8279870" y="244124"/>
                </a:lnTo>
                <a:lnTo>
                  <a:pt x="8279870" y="248680"/>
                </a:lnTo>
                <a:lnTo>
                  <a:pt x="8279471" y="253563"/>
                </a:lnTo>
                <a:lnTo>
                  <a:pt x="8278274" y="259097"/>
                </a:lnTo>
                <a:lnTo>
                  <a:pt x="8276677" y="264305"/>
                </a:lnTo>
                <a:lnTo>
                  <a:pt x="8274282" y="269838"/>
                </a:lnTo>
                <a:lnTo>
                  <a:pt x="8271488" y="275372"/>
                </a:lnTo>
                <a:lnTo>
                  <a:pt x="8267896" y="281231"/>
                </a:lnTo>
                <a:lnTo>
                  <a:pt x="8271089" y="287089"/>
                </a:lnTo>
                <a:lnTo>
                  <a:pt x="8273883" y="292298"/>
                </a:lnTo>
                <a:lnTo>
                  <a:pt x="8276677" y="297505"/>
                </a:lnTo>
                <a:lnTo>
                  <a:pt x="8279072" y="302714"/>
                </a:lnTo>
                <a:lnTo>
                  <a:pt x="8283064" y="314106"/>
                </a:lnTo>
                <a:lnTo>
                  <a:pt x="8286657" y="324847"/>
                </a:lnTo>
                <a:lnTo>
                  <a:pt x="8289052" y="336239"/>
                </a:lnTo>
                <a:lnTo>
                  <a:pt x="8291846" y="347307"/>
                </a:lnTo>
                <a:lnTo>
                  <a:pt x="8293044" y="358373"/>
                </a:lnTo>
                <a:lnTo>
                  <a:pt x="8294241" y="369766"/>
                </a:lnTo>
                <a:lnTo>
                  <a:pt x="8295838" y="392550"/>
                </a:lnTo>
                <a:lnTo>
                  <a:pt x="8297434" y="414685"/>
                </a:lnTo>
                <a:lnTo>
                  <a:pt x="8298232" y="426402"/>
                </a:lnTo>
                <a:lnTo>
                  <a:pt x="8299030" y="437469"/>
                </a:lnTo>
                <a:lnTo>
                  <a:pt x="8300229" y="448862"/>
                </a:lnTo>
                <a:lnTo>
                  <a:pt x="8302224" y="459928"/>
                </a:lnTo>
                <a:lnTo>
                  <a:pt x="8323780" y="462533"/>
                </a:lnTo>
                <a:lnTo>
                  <a:pt x="8338948" y="459928"/>
                </a:lnTo>
                <a:lnTo>
                  <a:pt x="8354116" y="457325"/>
                </a:lnTo>
                <a:lnTo>
                  <a:pt x="8369684" y="455372"/>
                </a:lnTo>
                <a:lnTo>
                  <a:pt x="8384853" y="454070"/>
                </a:lnTo>
                <a:lnTo>
                  <a:pt x="8392837" y="453419"/>
                </a:lnTo>
                <a:lnTo>
                  <a:pt x="8400420" y="453419"/>
                </a:lnTo>
                <a:lnTo>
                  <a:pt x="8408005" y="453419"/>
                </a:lnTo>
                <a:lnTo>
                  <a:pt x="8415589" y="454070"/>
                </a:lnTo>
                <a:lnTo>
                  <a:pt x="8423573" y="454722"/>
                </a:lnTo>
                <a:lnTo>
                  <a:pt x="8431157" y="455698"/>
                </a:lnTo>
                <a:lnTo>
                  <a:pt x="8438741" y="457325"/>
                </a:lnTo>
                <a:lnTo>
                  <a:pt x="8446725" y="459278"/>
                </a:lnTo>
                <a:lnTo>
                  <a:pt x="8451115" y="457325"/>
                </a:lnTo>
                <a:lnTo>
                  <a:pt x="8456305" y="455698"/>
                </a:lnTo>
                <a:lnTo>
                  <a:pt x="8460696" y="454722"/>
                </a:lnTo>
                <a:lnTo>
                  <a:pt x="8465087" y="453745"/>
                </a:lnTo>
                <a:lnTo>
                  <a:pt x="8469876" y="453419"/>
                </a:lnTo>
                <a:lnTo>
                  <a:pt x="8474267" y="453093"/>
                </a:lnTo>
                <a:lnTo>
                  <a:pt x="8478659" y="453093"/>
                </a:lnTo>
                <a:lnTo>
                  <a:pt x="8483449" y="453419"/>
                </a:lnTo>
                <a:lnTo>
                  <a:pt x="8492628" y="454722"/>
                </a:lnTo>
                <a:lnTo>
                  <a:pt x="8501811" y="456348"/>
                </a:lnTo>
                <a:lnTo>
                  <a:pt x="8520172" y="460255"/>
                </a:lnTo>
                <a:lnTo>
                  <a:pt x="8537735" y="461882"/>
                </a:lnTo>
                <a:lnTo>
                  <a:pt x="8555299" y="464161"/>
                </a:lnTo>
                <a:lnTo>
                  <a:pt x="8564080" y="465788"/>
                </a:lnTo>
                <a:lnTo>
                  <a:pt x="8572462" y="467415"/>
                </a:lnTo>
                <a:lnTo>
                  <a:pt x="8580447" y="469368"/>
                </a:lnTo>
                <a:lnTo>
                  <a:pt x="8589229" y="471972"/>
                </a:lnTo>
                <a:lnTo>
                  <a:pt x="8596814" y="474251"/>
                </a:lnTo>
                <a:lnTo>
                  <a:pt x="8604796" y="477181"/>
                </a:lnTo>
                <a:lnTo>
                  <a:pt x="8611982" y="480760"/>
                </a:lnTo>
                <a:lnTo>
                  <a:pt x="8619965" y="484667"/>
                </a:lnTo>
                <a:lnTo>
                  <a:pt x="8626751" y="488898"/>
                </a:lnTo>
                <a:lnTo>
                  <a:pt x="8633538" y="493780"/>
                </a:lnTo>
                <a:lnTo>
                  <a:pt x="8639524" y="499640"/>
                </a:lnTo>
                <a:lnTo>
                  <a:pt x="8645512" y="505499"/>
                </a:lnTo>
                <a:lnTo>
                  <a:pt x="8646708" y="505173"/>
                </a:lnTo>
                <a:lnTo>
                  <a:pt x="8647906" y="504848"/>
                </a:lnTo>
                <a:lnTo>
                  <a:pt x="8649104" y="504848"/>
                </a:lnTo>
                <a:lnTo>
                  <a:pt x="8650700" y="504848"/>
                </a:lnTo>
                <a:lnTo>
                  <a:pt x="8652697" y="505824"/>
                </a:lnTo>
                <a:lnTo>
                  <a:pt x="8655091" y="507126"/>
                </a:lnTo>
                <a:lnTo>
                  <a:pt x="8657089" y="508753"/>
                </a:lnTo>
                <a:lnTo>
                  <a:pt x="8659083" y="510706"/>
                </a:lnTo>
                <a:lnTo>
                  <a:pt x="8663075" y="514612"/>
                </a:lnTo>
                <a:lnTo>
                  <a:pt x="8665071" y="516566"/>
                </a:lnTo>
                <a:lnTo>
                  <a:pt x="8667467" y="517867"/>
                </a:lnTo>
                <a:lnTo>
                  <a:pt x="8669461" y="518519"/>
                </a:lnTo>
                <a:lnTo>
                  <a:pt x="8670659" y="518519"/>
                </a:lnTo>
                <a:lnTo>
                  <a:pt x="8671458" y="518519"/>
                </a:lnTo>
                <a:lnTo>
                  <a:pt x="8672656" y="518192"/>
                </a:lnTo>
                <a:lnTo>
                  <a:pt x="8673852" y="517867"/>
                </a:lnTo>
                <a:lnTo>
                  <a:pt x="8676248" y="515915"/>
                </a:lnTo>
                <a:lnTo>
                  <a:pt x="8678644" y="512986"/>
                </a:lnTo>
                <a:lnTo>
                  <a:pt x="8681038" y="508428"/>
                </a:lnTo>
                <a:lnTo>
                  <a:pt x="8683832" y="504848"/>
                </a:lnTo>
                <a:lnTo>
                  <a:pt x="8686228" y="501593"/>
                </a:lnTo>
                <a:lnTo>
                  <a:pt x="8689420" y="498663"/>
                </a:lnTo>
                <a:lnTo>
                  <a:pt x="8692613" y="495733"/>
                </a:lnTo>
                <a:lnTo>
                  <a:pt x="8695807" y="493455"/>
                </a:lnTo>
                <a:lnTo>
                  <a:pt x="8699399" y="491503"/>
                </a:lnTo>
                <a:lnTo>
                  <a:pt x="8702993" y="490200"/>
                </a:lnTo>
                <a:lnTo>
                  <a:pt x="8706585" y="489223"/>
                </a:lnTo>
                <a:lnTo>
                  <a:pt x="8709779" y="488573"/>
                </a:lnTo>
                <a:lnTo>
                  <a:pt x="8713372" y="488573"/>
                </a:lnTo>
                <a:lnTo>
                  <a:pt x="8716564" y="488898"/>
                </a:lnTo>
                <a:lnTo>
                  <a:pt x="8719358" y="489550"/>
                </a:lnTo>
                <a:lnTo>
                  <a:pt x="8721754" y="490526"/>
                </a:lnTo>
                <a:lnTo>
                  <a:pt x="8723750" y="492153"/>
                </a:lnTo>
                <a:lnTo>
                  <a:pt x="8724946" y="494432"/>
                </a:lnTo>
                <a:lnTo>
                  <a:pt x="8725744" y="497036"/>
                </a:lnTo>
                <a:lnTo>
                  <a:pt x="8726542" y="500942"/>
                </a:lnTo>
                <a:lnTo>
                  <a:pt x="8727342" y="504523"/>
                </a:lnTo>
                <a:lnTo>
                  <a:pt x="8728938" y="508103"/>
                </a:lnTo>
                <a:lnTo>
                  <a:pt x="8730137" y="511683"/>
                </a:lnTo>
                <a:lnTo>
                  <a:pt x="8733729" y="517867"/>
                </a:lnTo>
                <a:lnTo>
                  <a:pt x="8738119" y="524377"/>
                </a:lnTo>
                <a:lnTo>
                  <a:pt x="8742909" y="530236"/>
                </a:lnTo>
                <a:lnTo>
                  <a:pt x="8748898" y="535770"/>
                </a:lnTo>
                <a:lnTo>
                  <a:pt x="8760074" y="546511"/>
                </a:lnTo>
                <a:lnTo>
                  <a:pt x="8765264" y="552044"/>
                </a:lnTo>
                <a:lnTo>
                  <a:pt x="8770851" y="557578"/>
                </a:lnTo>
                <a:lnTo>
                  <a:pt x="8775641" y="563112"/>
                </a:lnTo>
                <a:lnTo>
                  <a:pt x="8780033" y="568970"/>
                </a:lnTo>
                <a:lnTo>
                  <a:pt x="8784025" y="575155"/>
                </a:lnTo>
                <a:lnTo>
                  <a:pt x="8785621" y="578410"/>
                </a:lnTo>
                <a:lnTo>
                  <a:pt x="8786819" y="581665"/>
                </a:lnTo>
                <a:lnTo>
                  <a:pt x="8787618" y="585246"/>
                </a:lnTo>
                <a:lnTo>
                  <a:pt x="8788416" y="588500"/>
                </a:lnTo>
                <a:lnTo>
                  <a:pt x="8788814" y="592407"/>
                </a:lnTo>
                <a:lnTo>
                  <a:pt x="8789214" y="595987"/>
                </a:lnTo>
                <a:lnTo>
                  <a:pt x="8792408" y="623004"/>
                </a:lnTo>
                <a:lnTo>
                  <a:pt x="8794404" y="681919"/>
                </a:lnTo>
                <a:lnTo>
                  <a:pt x="8810769" y="756457"/>
                </a:lnTo>
                <a:lnTo>
                  <a:pt x="8825938" y="757434"/>
                </a:lnTo>
                <a:lnTo>
                  <a:pt x="8841106" y="758086"/>
                </a:lnTo>
                <a:lnTo>
                  <a:pt x="8857073" y="758411"/>
                </a:lnTo>
                <a:lnTo>
                  <a:pt x="8872242" y="758086"/>
                </a:lnTo>
                <a:lnTo>
                  <a:pt x="8903378" y="757760"/>
                </a:lnTo>
                <a:lnTo>
                  <a:pt x="8919344" y="758086"/>
                </a:lnTo>
                <a:lnTo>
                  <a:pt x="8934513" y="758411"/>
                </a:lnTo>
                <a:lnTo>
                  <a:pt x="8949680" y="759713"/>
                </a:lnTo>
                <a:lnTo>
                  <a:pt x="8957264" y="760689"/>
                </a:lnTo>
                <a:lnTo>
                  <a:pt x="8964451" y="761991"/>
                </a:lnTo>
                <a:lnTo>
                  <a:pt x="8971635" y="763292"/>
                </a:lnTo>
                <a:lnTo>
                  <a:pt x="8979219" y="764921"/>
                </a:lnTo>
                <a:lnTo>
                  <a:pt x="8986406" y="767199"/>
                </a:lnTo>
                <a:lnTo>
                  <a:pt x="8993590" y="769477"/>
                </a:lnTo>
                <a:lnTo>
                  <a:pt x="9000375" y="772082"/>
                </a:lnTo>
                <a:lnTo>
                  <a:pt x="9007161" y="775011"/>
                </a:lnTo>
                <a:lnTo>
                  <a:pt x="9014347" y="778265"/>
                </a:lnTo>
                <a:lnTo>
                  <a:pt x="9020734" y="782172"/>
                </a:lnTo>
                <a:lnTo>
                  <a:pt x="9027120" y="786404"/>
                </a:lnTo>
                <a:lnTo>
                  <a:pt x="9033506" y="790960"/>
                </a:lnTo>
                <a:lnTo>
                  <a:pt x="9039895" y="796494"/>
                </a:lnTo>
                <a:lnTo>
                  <a:pt x="9046281" y="802028"/>
                </a:lnTo>
                <a:lnTo>
                  <a:pt x="9055063" y="800400"/>
                </a:lnTo>
                <a:lnTo>
                  <a:pt x="9063046" y="799098"/>
                </a:lnTo>
                <a:lnTo>
                  <a:pt x="9071028" y="798121"/>
                </a:lnTo>
                <a:lnTo>
                  <a:pt x="9078613" y="797796"/>
                </a:lnTo>
                <a:lnTo>
                  <a:pt x="9085799" y="797796"/>
                </a:lnTo>
                <a:lnTo>
                  <a:pt x="9092585" y="798447"/>
                </a:lnTo>
                <a:lnTo>
                  <a:pt x="9098572" y="799098"/>
                </a:lnTo>
                <a:lnTo>
                  <a:pt x="9104560" y="800400"/>
                </a:lnTo>
                <a:lnTo>
                  <a:pt x="9110548" y="802028"/>
                </a:lnTo>
                <a:lnTo>
                  <a:pt x="9115737" y="803981"/>
                </a:lnTo>
                <a:lnTo>
                  <a:pt x="9120925" y="806258"/>
                </a:lnTo>
                <a:lnTo>
                  <a:pt x="9125317" y="808537"/>
                </a:lnTo>
                <a:lnTo>
                  <a:pt x="9129707" y="811467"/>
                </a:lnTo>
                <a:lnTo>
                  <a:pt x="9134097" y="814396"/>
                </a:lnTo>
                <a:lnTo>
                  <a:pt x="9138090" y="817651"/>
                </a:lnTo>
                <a:lnTo>
                  <a:pt x="9142082" y="821557"/>
                </a:lnTo>
                <a:lnTo>
                  <a:pt x="9145674" y="825138"/>
                </a:lnTo>
                <a:lnTo>
                  <a:pt x="9149266" y="829043"/>
                </a:lnTo>
                <a:lnTo>
                  <a:pt x="9155255" y="837181"/>
                </a:lnTo>
                <a:lnTo>
                  <a:pt x="9161241" y="845969"/>
                </a:lnTo>
                <a:lnTo>
                  <a:pt x="9166831" y="855409"/>
                </a:lnTo>
                <a:lnTo>
                  <a:pt x="9177608" y="874288"/>
                </a:lnTo>
                <a:lnTo>
                  <a:pt x="9182798" y="883728"/>
                </a:lnTo>
                <a:lnTo>
                  <a:pt x="9188384" y="892515"/>
                </a:lnTo>
                <a:lnTo>
                  <a:pt x="9212736" y="990165"/>
                </a:lnTo>
                <a:lnTo>
                  <a:pt x="9246665" y="978447"/>
                </a:lnTo>
                <a:lnTo>
                  <a:pt x="9248659" y="971937"/>
                </a:lnTo>
                <a:lnTo>
                  <a:pt x="9249857" y="965101"/>
                </a:lnTo>
                <a:lnTo>
                  <a:pt x="9249459" y="950780"/>
                </a:lnTo>
                <a:lnTo>
                  <a:pt x="9250258" y="937109"/>
                </a:lnTo>
                <a:lnTo>
                  <a:pt x="9251456" y="923113"/>
                </a:lnTo>
                <a:lnTo>
                  <a:pt x="9253452" y="909767"/>
                </a:lnTo>
                <a:lnTo>
                  <a:pt x="9255846" y="896097"/>
                </a:lnTo>
                <a:lnTo>
                  <a:pt x="9259038" y="883076"/>
                </a:lnTo>
                <a:lnTo>
                  <a:pt x="9263030" y="869731"/>
                </a:lnTo>
                <a:lnTo>
                  <a:pt x="9267420" y="856711"/>
                </a:lnTo>
                <a:lnTo>
                  <a:pt x="9272611" y="843692"/>
                </a:lnTo>
                <a:lnTo>
                  <a:pt x="9277801" y="830996"/>
                </a:lnTo>
                <a:lnTo>
                  <a:pt x="9283787" y="818302"/>
                </a:lnTo>
                <a:lnTo>
                  <a:pt x="9289776" y="805607"/>
                </a:lnTo>
                <a:lnTo>
                  <a:pt x="9296562" y="793239"/>
                </a:lnTo>
                <a:lnTo>
                  <a:pt x="9303746" y="780545"/>
                </a:lnTo>
                <a:lnTo>
                  <a:pt x="9310931" y="768501"/>
                </a:lnTo>
                <a:lnTo>
                  <a:pt x="9318515" y="755806"/>
                </a:lnTo>
                <a:lnTo>
                  <a:pt x="9318515" y="755481"/>
                </a:lnTo>
                <a:lnTo>
                  <a:pt x="9321709" y="745065"/>
                </a:lnTo>
                <a:lnTo>
                  <a:pt x="9325301" y="735300"/>
                </a:lnTo>
                <a:lnTo>
                  <a:pt x="9329692" y="726511"/>
                </a:lnTo>
                <a:lnTo>
                  <a:pt x="9332088" y="722281"/>
                </a:lnTo>
                <a:lnTo>
                  <a:pt x="9334482" y="718374"/>
                </a:lnTo>
                <a:lnTo>
                  <a:pt x="9337676" y="714468"/>
                </a:lnTo>
                <a:lnTo>
                  <a:pt x="9340470" y="710888"/>
                </a:lnTo>
                <a:lnTo>
                  <a:pt x="9343264" y="707308"/>
                </a:lnTo>
                <a:lnTo>
                  <a:pt x="9346456" y="704052"/>
                </a:lnTo>
                <a:lnTo>
                  <a:pt x="9350051" y="701123"/>
                </a:lnTo>
                <a:lnTo>
                  <a:pt x="9353643" y="698518"/>
                </a:lnTo>
                <a:lnTo>
                  <a:pt x="9357235" y="695915"/>
                </a:lnTo>
                <a:lnTo>
                  <a:pt x="9361227" y="693312"/>
                </a:lnTo>
                <a:lnTo>
                  <a:pt x="9365217" y="691032"/>
                </a:lnTo>
                <a:lnTo>
                  <a:pt x="9369610" y="689079"/>
                </a:lnTo>
                <a:lnTo>
                  <a:pt x="9374000" y="687127"/>
                </a:lnTo>
                <a:lnTo>
                  <a:pt x="9378790" y="685174"/>
                </a:lnTo>
                <a:lnTo>
                  <a:pt x="9383580" y="683872"/>
                </a:lnTo>
                <a:lnTo>
                  <a:pt x="9388371" y="682569"/>
                </a:lnTo>
                <a:lnTo>
                  <a:pt x="9393561" y="681268"/>
                </a:lnTo>
                <a:lnTo>
                  <a:pt x="9398749" y="680291"/>
                </a:lnTo>
                <a:lnTo>
                  <a:pt x="9404738" y="679640"/>
                </a:lnTo>
                <a:lnTo>
                  <a:pt x="9410324" y="678989"/>
                </a:lnTo>
                <a:lnTo>
                  <a:pt x="9422300" y="678664"/>
                </a:lnTo>
                <a:lnTo>
                  <a:pt x="9435473" y="678664"/>
                </a:lnTo>
                <a:lnTo>
                  <a:pt x="9448646" y="679640"/>
                </a:lnTo>
                <a:lnTo>
                  <a:pt x="9460222" y="680291"/>
                </a:lnTo>
                <a:lnTo>
                  <a:pt x="9471797" y="680942"/>
                </a:lnTo>
                <a:lnTo>
                  <a:pt x="9482976" y="680942"/>
                </a:lnTo>
                <a:lnTo>
                  <a:pt x="9494550" y="680616"/>
                </a:lnTo>
                <a:lnTo>
                  <a:pt x="9517703" y="679966"/>
                </a:lnTo>
                <a:lnTo>
                  <a:pt x="9541253" y="679640"/>
                </a:lnTo>
                <a:lnTo>
                  <a:pt x="9552431" y="679640"/>
                </a:lnTo>
                <a:lnTo>
                  <a:pt x="9564006" y="679966"/>
                </a:lnTo>
                <a:lnTo>
                  <a:pt x="9575582" y="680942"/>
                </a:lnTo>
                <a:lnTo>
                  <a:pt x="9586759" y="682244"/>
                </a:lnTo>
                <a:lnTo>
                  <a:pt x="9598336" y="684197"/>
                </a:lnTo>
                <a:lnTo>
                  <a:pt x="9609512" y="687452"/>
                </a:lnTo>
                <a:lnTo>
                  <a:pt x="9615100" y="689079"/>
                </a:lnTo>
                <a:lnTo>
                  <a:pt x="9620689" y="690707"/>
                </a:lnTo>
                <a:lnTo>
                  <a:pt x="9625879" y="692985"/>
                </a:lnTo>
                <a:lnTo>
                  <a:pt x="9631865" y="695264"/>
                </a:lnTo>
                <a:lnTo>
                  <a:pt x="9637854" y="697217"/>
                </a:lnTo>
                <a:lnTo>
                  <a:pt x="9644240" y="699496"/>
                </a:lnTo>
                <a:lnTo>
                  <a:pt x="9649828" y="701774"/>
                </a:lnTo>
                <a:lnTo>
                  <a:pt x="9655817" y="704378"/>
                </a:lnTo>
                <a:lnTo>
                  <a:pt x="9666993" y="709911"/>
                </a:lnTo>
                <a:lnTo>
                  <a:pt x="9677772" y="716096"/>
                </a:lnTo>
                <a:lnTo>
                  <a:pt x="9687750" y="722606"/>
                </a:lnTo>
                <a:lnTo>
                  <a:pt x="9697729" y="729441"/>
                </a:lnTo>
                <a:lnTo>
                  <a:pt x="9707309" y="736603"/>
                </a:lnTo>
                <a:lnTo>
                  <a:pt x="9716490" y="744089"/>
                </a:lnTo>
                <a:lnTo>
                  <a:pt x="9734853" y="759062"/>
                </a:lnTo>
                <a:lnTo>
                  <a:pt x="9752816" y="774360"/>
                </a:lnTo>
                <a:lnTo>
                  <a:pt x="9762794" y="781846"/>
                </a:lnTo>
                <a:lnTo>
                  <a:pt x="9772375" y="788682"/>
                </a:lnTo>
                <a:lnTo>
                  <a:pt x="9782353" y="795843"/>
                </a:lnTo>
                <a:lnTo>
                  <a:pt x="9793132" y="802028"/>
                </a:lnTo>
                <a:lnTo>
                  <a:pt x="9801514" y="807235"/>
                </a:lnTo>
                <a:lnTo>
                  <a:pt x="9809498" y="813094"/>
                </a:lnTo>
                <a:lnTo>
                  <a:pt x="9816283" y="818954"/>
                </a:lnTo>
                <a:lnTo>
                  <a:pt x="9822271" y="825789"/>
                </a:lnTo>
                <a:lnTo>
                  <a:pt x="9827859" y="832624"/>
                </a:lnTo>
                <a:lnTo>
                  <a:pt x="9832650" y="839459"/>
                </a:lnTo>
                <a:lnTo>
                  <a:pt x="9836242" y="846946"/>
                </a:lnTo>
                <a:lnTo>
                  <a:pt x="9839436" y="854432"/>
                </a:lnTo>
                <a:lnTo>
                  <a:pt x="9841830" y="861919"/>
                </a:lnTo>
                <a:lnTo>
                  <a:pt x="9843426" y="870056"/>
                </a:lnTo>
                <a:lnTo>
                  <a:pt x="9844624" y="878194"/>
                </a:lnTo>
                <a:lnTo>
                  <a:pt x="9845024" y="886331"/>
                </a:lnTo>
                <a:lnTo>
                  <a:pt x="9845024" y="894794"/>
                </a:lnTo>
                <a:lnTo>
                  <a:pt x="9844624" y="903583"/>
                </a:lnTo>
                <a:lnTo>
                  <a:pt x="9843826" y="912045"/>
                </a:lnTo>
                <a:lnTo>
                  <a:pt x="9842228" y="920834"/>
                </a:lnTo>
                <a:lnTo>
                  <a:pt x="9844224" y="963800"/>
                </a:lnTo>
                <a:lnTo>
                  <a:pt x="9844624" y="978447"/>
                </a:lnTo>
                <a:lnTo>
                  <a:pt x="9847818" y="1001557"/>
                </a:lnTo>
                <a:lnTo>
                  <a:pt x="9850613" y="1024342"/>
                </a:lnTo>
                <a:lnTo>
                  <a:pt x="9853007" y="1047453"/>
                </a:lnTo>
                <a:lnTo>
                  <a:pt x="9854605" y="1070237"/>
                </a:lnTo>
                <a:lnTo>
                  <a:pt x="9856201" y="1093348"/>
                </a:lnTo>
                <a:lnTo>
                  <a:pt x="9857397" y="1116132"/>
                </a:lnTo>
                <a:lnTo>
                  <a:pt x="9859393" y="1161703"/>
                </a:lnTo>
                <a:lnTo>
                  <a:pt x="9859393" y="1164631"/>
                </a:lnTo>
                <a:lnTo>
                  <a:pt x="9859393" y="1167236"/>
                </a:lnTo>
                <a:lnTo>
                  <a:pt x="9860191" y="1208900"/>
                </a:lnTo>
                <a:lnTo>
                  <a:pt x="9860591" y="1250889"/>
                </a:lnTo>
                <a:lnTo>
                  <a:pt x="9860989" y="1292228"/>
                </a:lnTo>
                <a:lnTo>
                  <a:pt x="9861789" y="1334216"/>
                </a:lnTo>
                <a:lnTo>
                  <a:pt x="9866977" y="1630745"/>
                </a:lnTo>
                <a:lnTo>
                  <a:pt x="9866977" y="1660366"/>
                </a:lnTo>
                <a:lnTo>
                  <a:pt x="9880150" y="1807165"/>
                </a:lnTo>
                <a:lnTo>
                  <a:pt x="9882146" y="1811722"/>
                </a:lnTo>
                <a:lnTo>
                  <a:pt x="9883742" y="1816604"/>
                </a:lnTo>
                <a:lnTo>
                  <a:pt x="9884940" y="1821161"/>
                </a:lnTo>
                <a:lnTo>
                  <a:pt x="9885738" y="1825718"/>
                </a:lnTo>
                <a:lnTo>
                  <a:pt x="9886536" y="1830275"/>
                </a:lnTo>
                <a:lnTo>
                  <a:pt x="9886937" y="1834833"/>
                </a:lnTo>
                <a:lnTo>
                  <a:pt x="9886937" y="1844272"/>
                </a:lnTo>
                <a:lnTo>
                  <a:pt x="9886536" y="1853386"/>
                </a:lnTo>
                <a:lnTo>
                  <a:pt x="9885738" y="1862826"/>
                </a:lnTo>
                <a:lnTo>
                  <a:pt x="9882944" y="1881378"/>
                </a:lnTo>
                <a:lnTo>
                  <a:pt x="9887735" y="1875519"/>
                </a:lnTo>
                <a:lnTo>
                  <a:pt x="9892525" y="1869335"/>
                </a:lnTo>
                <a:lnTo>
                  <a:pt x="9896517" y="1862826"/>
                </a:lnTo>
                <a:lnTo>
                  <a:pt x="9899711" y="1856641"/>
                </a:lnTo>
                <a:lnTo>
                  <a:pt x="9902903" y="1850131"/>
                </a:lnTo>
                <a:lnTo>
                  <a:pt x="9905697" y="1843946"/>
                </a:lnTo>
                <a:lnTo>
                  <a:pt x="9908492" y="1837111"/>
                </a:lnTo>
                <a:lnTo>
                  <a:pt x="9910488" y="1830600"/>
                </a:lnTo>
                <a:lnTo>
                  <a:pt x="9912484" y="1824090"/>
                </a:lnTo>
                <a:lnTo>
                  <a:pt x="9914080" y="1817581"/>
                </a:lnTo>
                <a:lnTo>
                  <a:pt x="9916476" y="1804235"/>
                </a:lnTo>
                <a:lnTo>
                  <a:pt x="9918072" y="1790890"/>
                </a:lnTo>
                <a:lnTo>
                  <a:pt x="9919270" y="1777219"/>
                </a:lnTo>
                <a:lnTo>
                  <a:pt x="9920068" y="1763548"/>
                </a:lnTo>
                <a:lnTo>
                  <a:pt x="9920466" y="1749877"/>
                </a:lnTo>
                <a:lnTo>
                  <a:pt x="9921264" y="1722535"/>
                </a:lnTo>
                <a:lnTo>
                  <a:pt x="9921664" y="1708865"/>
                </a:lnTo>
                <a:lnTo>
                  <a:pt x="9922862" y="1695193"/>
                </a:lnTo>
                <a:lnTo>
                  <a:pt x="9925256" y="1681849"/>
                </a:lnTo>
                <a:lnTo>
                  <a:pt x="9927653" y="1668503"/>
                </a:lnTo>
                <a:lnTo>
                  <a:pt x="9932841" y="1644741"/>
                </a:lnTo>
                <a:lnTo>
                  <a:pt x="9936833" y="1621305"/>
                </a:lnTo>
                <a:lnTo>
                  <a:pt x="9940825" y="1597545"/>
                </a:lnTo>
                <a:lnTo>
                  <a:pt x="9944417" y="1574109"/>
                </a:lnTo>
                <a:lnTo>
                  <a:pt x="9947212" y="1550347"/>
                </a:lnTo>
                <a:lnTo>
                  <a:pt x="9950404" y="1526585"/>
                </a:lnTo>
                <a:lnTo>
                  <a:pt x="9956392" y="1478737"/>
                </a:lnTo>
                <a:lnTo>
                  <a:pt x="9959186" y="1454976"/>
                </a:lnTo>
                <a:lnTo>
                  <a:pt x="9962380" y="1431215"/>
                </a:lnTo>
                <a:lnTo>
                  <a:pt x="9965573" y="1407454"/>
                </a:lnTo>
                <a:lnTo>
                  <a:pt x="9969565" y="1383692"/>
                </a:lnTo>
                <a:lnTo>
                  <a:pt x="9973955" y="1360256"/>
                </a:lnTo>
                <a:lnTo>
                  <a:pt x="9979145" y="1336820"/>
                </a:lnTo>
                <a:lnTo>
                  <a:pt x="9984734" y="1313059"/>
                </a:lnTo>
                <a:lnTo>
                  <a:pt x="9991918" y="1289623"/>
                </a:lnTo>
                <a:lnTo>
                  <a:pt x="10105284" y="654902"/>
                </a:lnTo>
                <a:lnTo>
                  <a:pt x="10107678" y="641557"/>
                </a:lnTo>
                <a:lnTo>
                  <a:pt x="10110472" y="627886"/>
                </a:lnTo>
                <a:lnTo>
                  <a:pt x="10114066" y="614541"/>
                </a:lnTo>
                <a:lnTo>
                  <a:pt x="10118457" y="601195"/>
                </a:lnTo>
                <a:lnTo>
                  <a:pt x="10123645" y="588500"/>
                </a:lnTo>
                <a:lnTo>
                  <a:pt x="10128435" y="575480"/>
                </a:lnTo>
                <a:lnTo>
                  <a:pt x="10134023" y="562787"/>
                </a:lnTo>
                <a:lnTo>
                  <a:pt x="10139612" y="549767"/>
                </a:lnTo>
                <a:lnTo>
                  <a:pt x="10151188" y="524377"/>
                </a:lnTo>
                <a:lnTo>
                  <a:pt x="10163163" y="498989"/>
                </a:lnTo>
                <a:lnTo>
                  <a:pt x="10168353" y="485969"/>
                </a:lnTo>
                <a:lnTo>
                  <a:pt x="10173541" y="473274"/>
                </a:lnTo>
                <a:lnTo>
                  <a:pt x="10178332" y="459928"/>
                </a:lnTo>
                <a:lnTo>
                  <a:pt x="10182724" y="446909"/>
                </a:lnTo>
                <a:lnTo>
                  <a:pt x="10185118" y="441375"/>
                </a:lnTo>
                <a:lnTo>
                  <a:pt x="10187512" y="436168"/>
                </a:lnTo>
                <a:lnTo>
                  <a:pt x="10191106" y="431285"/>
                </a:lnTo>
                <a:lnTo>
                  <a:pt x="10193102" y="429006"/>
                </a:lnTo>
                <a:lnTo>
                  <a:pt x="10195096" y="427054"/>
                </a:lnTo>
                <a:lnTo>
                  <a:pt x="10197493" y="425101"/>
                </a:lnTo>
                <a:lnTo>
                  <a:pt x="10199887" y="423473"/>
                </a:lnTo>
                <a:lnTo>
                  <a:pt x="10202681" y="422171"/>
                </a:lnTo>
                <a:lnTo>
                  <a:pt x="10205475" y="420869"/>
                </a:lnTo>
                <a:lnTo>
                  <a:pt x="10208669" y="419893"/>
                </a:lnTo>
                <a:lnTo>
                  <a:pt x="10211863" y="419242"/>
                </a:lnTo>
                <a:lnTo>
                  <a:pt x="10215456" y="418916"/>
                </a:lnTo>
                <a:lnTo>
                  <a:pt x="10219846" y="418916"/>
                </a:lnTo>
                <a:lnTo>
                  <a:pt x="10237809" y="419242"/>
                </a:lnTo>
                <a:lnTo>
                  <a:pt x="10256172" y="419242"/>
                </a:lnTo>
                <a:lnTo>
                  <a:pt x="10274533" y="418916"/>
                </a:lnTo>
                <a:lnTo>
                  <a:pt x="10293294" y="418266"/>
                </a:lnTo>
                <a:lnTo>
                  <a:pt x="10311655" y="417615"/>
                </a:lnTo>
                <a:lnTo>
                  <a:pt x="10330416" y="416963"/>
                </a:lnTo>
                <a:lnTo>
                  <a:pt x="10348778" y="416963"/>
                </a:lnTo>
                <a:lnTo>
                  <a:pt x="10367139" y="417289"/>
                </a:lnTo>
                <a:lnTo>
                  <a:pt x="10385502" y="418266"/>
                </a:lnTo>
                <a:lnTo>
                  <a:pt x="10394285" y="418916"/>
                </a:lnTo>
                <a:lnTo>
                  <a:pt x="10403067" y="419893"/>
                </a:lnTo>
                <a:lnTo>
                  <a:pt x="10411848" y="421195"/>
                </a:lnTo>
                <a:lnTo>
                  <a:pt x="10421028" y="422822"/>
                </a:lnTo>
                <a:lnTo>
                  <a:pt x="10429811" y="424449"/>
                </a:lnTo>
                <a:lnTo>
                  <a:pt x="10438593" y="426729"/>
                </a:lnTo>
                <a:lnTo>
                  <a:pt x="10447374" y="429006"/>
                </a:lnTo>
                <a:lnTo>
                  <a:pt x="10456156" y="431936"/>
                </a:lnTo>
                <a:lnTo>
                  <a:pt x="10464538" y="434865"/>
                </a:lnTo>
                <a:lnTo>
                  <a:pt x="10472921" y="438445"/>
                </a:lnTo>
                <a:lnTo>
                  <a:pt x="10481703" y="442352"/>
                </a:lnTo>
                <a:lnTo>
                  <a:pt x="10489686" y="446909"/>
                </a:lnTo>
                <a:lnTo>
                  <a:pt x="10497670" y="451792"/>
                </a:lnTo>
                <a:lnTo>
                  <a:pt x="10505653" y="456999"/>
                </a:lnTo>
                <a:lnTo>
                  <a:pt x="10520821" y="468718"/>
                </a:lnTo>
                <a:lnTo>
                  <a:pt x="10527210" y="473600"/>
                </a:lnTo>
                <a:lnTo>
                  <a:pt x="10530002" y="475227"/>
                </a:lnTo>
                <a:lnTo>
                  <a:pt x="10540780" y="466764"/>
                </a:lnTo>
                <a:lnTo>
                  <a:pt x="10545971" y="463510"/>
                </a:lnTo>
                <a:lnTo>
                  <a:pt x="10550759" y="460906"/>
                </a:lnTo>
                <a:lnTo>
                  <a:pt x="10554751" y="458301"/>
                </a:lnTo>
                <a:lnTo>
                  <a:pt x="10558743" y="456674"/>
                </a:lnTo>
                <a:lnTo>
                  <a:pt x="10562336" y="455047"/>
                </a:lnTo>
                <a:lnTo>
                  <a:pt x="10565928" y="454070"/>
                </a:lnTo>
                <a:lnTo>
                  <a:pt x="10568722" y="453419"/>
                </a:lnTo>
                <a:lnTo>
                  <a:pt x="10571516" y="453093"/>
                </a:lnTo>
                <a:lnTo>
                  <a:pt x="10574310" y="453093"/>
                </a:lnTo>
                <a:lnTo>
                  <a:pt x="10576306" y="453419"/>
                </a:lnTo>
                <a:lnTo>
                  <a:pt x="10578700" y="454396"/>
                </a:lnTo>
                <a:lnTo>
                  <a:pt x="10580698" y="455372"/>
                </a:lnTo>
                <a:lnTo>
                  <a:pt x="10582295" y="456674"/>
                </a:lnTo>
                <a:lnTo>
                  <a:pt x="10583891" y="458301"/>
                </a:lnTo>
                <a:lnTo>
                  <a:pt x="10585089" y="459928"/>
                </a:lnTo>
                <a:lnTo>
                  <a:pt x="10586285" y="462208"/>
                </a:lnTo>
                <a:lnTo>
                  <a:pt x="10587883" y="466764"/>
                </a:lnTo>
                <a:lnTo>
                  <a:pt x="10589479" y="472297"/>
                </a:lnTo>
                <a:lnTo>
                  <a:pt x="10590277" y="478157"/>
                </a:lnTo>
                <a:lnTo>
                  <a:pt x="10591475" y="491177"/>
                </a:lnTo>
                <a:lnTo>
                  <a:pt x="10592273" y="504523"/>
                </a:lnTo>
                <a:lnTo>
                  <a:pt x="10608240" y="514287"/>
                </a:lnTo>
                <a:lnTo>
                  <a:pt x="10616224" y="519170"/>
                </a:lnTo>
                <a:lnTo>
                  <a:pt x="10623807" y="524377"/>
                </a:lnTo>
                <a:lnTo>
                  <a:pt x="10631391" y="529585"/>
                </a:lnTo>
                <a:lnTo>
                  <a:pt x="10638177" y="535119"/>
                </a:lnTo>
                <a:lnTo>
                  <a:pt x="10644964" y="540653"/>
                </a:lnTo>
                <a:lnTo>
                  <a:pt x="10650552" y="546511"/>
                </a:lnTo>
                <a:lnTo>
                  <a:pt x="10655342" y="553021"/>
                </a:lnTo>
                <a:lnTo>
                  <a:pt x="10657736" y="556277"/>
                </a:lnTo>
                <a:lnTo>
                  <a:pt x="10659733" y="559531"/>
                </a:lnTo>
                <a:lnTo>
                  <a:pt x="10661331" y="562787"/>
                </a:lnTo>
                <a:lnTo>
                  <a:pt x="10662927" y="566367"/>
                </a:lnTo>
                <a:lnTo>
                  <a:pt x="10664125" y="569947"/>
                </a:lnTo>
                <a:lnTo>
                  <a:pt x="10665321" y="573853"/>
                </a:lnTo>
                <a:lnTo>
                  <a:pt x="10665721" y="577760"/>
                </a:lnTo>
                <a:lnTo>
                  <a:pt x="10666121" y="581990"/>
                </a:lnTo>
                <a:lnTo>
                  <a:pt x="10666519" y="586223"/>
                </a:lnTo>
                <a:lnTo>
                  <a:pt x="10666121" y="590453"/>
                </a:lnTo>
                <a:lnTo>
                  <a:pt x="10665721" y="594685"/>
                </a:lnTo>
                <a:lnTo>
                  <a:pt x="10664923" y="599242"/>
                </a:lnTo>
                <a:lnTo>
                  <a:pt x="10663725" y="604125"/>
                </a:lnTo>
                <a:lnTo>
                  <a:pt x="10662129" y="609332"/>
                </a:lnTo>
                <a:lnTo>
                  <a:pt x="10667317" y="662389"/>
                </a:lnTo>
                <a:lnTo>
                  <a:pt x="10673305" y="703727"/>
                </a:lnTo>
                <a:lnTo>
                  <a:pt x="10676497" y="724559"/>
                </a:lnTo>
                <a:lnTo>
                  <a:pt x="10678894" y="745391"/>
                </a:lnTo>
                <a:lnTo>
                  <a:pt x="10681290" y="765897"/>
                </a:lnTo>
                <a:lnTo>
                  <a:pt x="10682886" y="786729"/>
                </a:lnTo>
                <a:lnTo>
                  <a:pt x="10684482" y="807561"/>
                </a:lnTo>
                <a:lnTo>
                  <a:pt x="10685680" y="828392"/>
                </a:lnTo>
                <a:lnTo>
                  <a:pt x="10686078" y="849224"/>
                </a:lnTo>
                <a:lnTo>
                  <a:pt x="10686478" y="869731"/>
                </a:lnTo>
                <a:lnTo>
                  <a:pt x="10686078" y="890563"/>
                </a:lnTo>
                <a:lnTo>
                  <a:pt x="10684882" y="911394"/>
                </a:lnTo>
                <a:lnTo>
                  <a:pt x="10683284" y="932226"/>
                </a:lnTo>
                <a:lnTo>
                  <a:pt x="10680890" y="952732"/>
                </a:lnTo>
                <a:lnTo>
                  <a:pt x="10677698" y="973564"/>
                </a:lnTo>
                <a:lnTo>
                  <a:pt x="10673305" y="994397"/>
                </a:lnTo>
                <a:lnTo>
                  <a:pt x="10672905" y="997000"/>
                </a:lnTo>
                <a:lnTo>
                  <a:pt x="10672905" y="999279"/>
                </a:lnTo>
                <a:lnTo>
                  <a:pt x="10672905" y="1001883"/>
                </a:lnTo>
                <a:lnTo>
                  <a:pt x="10673305" y="1004162"/>
                </a:lnTo>
                <a:lnTo>
                  <a:pt x="10675301" y="1009044"/>
                </a:lnTo>
                <a:lnTo>
                  <a:pt x="10677297" y="1013601"/>
                </a:lnTo>
                <a:lnTo>
                  <a:pt x="10679692" y="1017832"/>
                </a:lnTo>
                <a:lnTo>
                  <a:pt x="10682486" y="1022064"/>
                </a:lnTo>
                <a:lnTo>
                  <a:pt x="10688074" y="1030527"/>
                </a:lnTo>
                <a:lnTo>
                  <a:pt x="10690470" y="1034758"/>
                </a:lnTo>
                <a:lnTo>
                  <a:pt x="10692466" y="1039315"/>
                </a:lnTo>
                <a:lnTo>
                  <a:pt x="10694062" y="1043547"/>
                </a:lnTo>
                <a:lnTo>
                  <a:pt x="10694460" y="1047778"/>
                </a:lnTo>
                <a:lnTo>
                  <a:pt x="10694460" y="1050057"/>
                </a:lnTo>
                <a:lnTo>
                  <a:pt x="10694062" y="1052334"/>
                </a:lnTo>
                <a:lnTo>
                  <a:pt x="10693264" y="1054614"/>
                </a:lnTo>
                <a:lnTo>
                  <a:pt x="10692466" y="1056892"/>
                </a:lnTo>
                <a:lnTo>
                  <a:pt x="10691268" y="1059171"/>
                </a:lnTo>
                <a:lnTo>
                  <a:pt x="10689672" y="1061450"/>
                </a:lnTo>
                <a:lnTo>
                  <a:pt x="10687276" y="1064379"/>
                </a:lnTo>
                <a:lnTo>
                  <a:pt x="10684882" y="1066657"/>
                </a:lnTo>
                <a:lnTo>
                  <a:pt x="10686478" y="1069260"/>
                </a:lnTo>
                <a:lnTo>
                  <a:pt x="10687676" y="1071865"/>
                </a:lnTo>
                <a:lnTo>
                  <a:pt x="10688474" y="1074469"/>
                </a:lnTo>
                <a:lnTo>
                  <a:pt x="10688874" y="1077073"/>
                </a:lnTo>
                <a:lnTo>
                  <a:pt x="10689272" y="1081955"/>
                </a:lnTo>
                <a:lnTo>
                  <a:pt x="10688874" y="1086838"/>
                </a:lnTo>
                <a:lnTo>
                  <a:pt x="10691268" y="1100509"/>
                </a:lnTo>
                <a:lnTo>
                  <a:pt x="10692864" y="1113854"/>
                </a:lnTo>
                <a:lnTo>
                  <a:pt x="10694460" y="1127525"/>
                </a:lnTo>
                <a:lnTo>
                  <a:pt x="10695258" y="1141197"/>
                </a:lnTo>
                <a:lnTo>
                  <a:pt x="10696058" y="1154867"/>
                </a:lnTo>
                <a:lnTo>
                  <a:pt x="10696458" y="1168212"/>
                </a:lnTo>
                <a:lnTo>
                  <a:pt x="10696458" y="1195554"/>
                </a:lnTo>
                <a:lnTo>
                  <a:pt x="10696058" y="1250238"/>
                </a:lnTo>
                <a:lnTo>
                  <a:pt x="10696458" y="1277580"/>
                </a:lnTo>
                <a:lnTo>
                  <a:pt x="10696856" y="1290925"/>
                </a:lnTo>
                <a:lnTo>
                  <a:pt x="10697257" y="1304596"/>
                </a:lnTo>
                <a:lnTo>
                  <a:pt x="10697257" y="1319569"/>
                </a:lnTo>
                <a:lnTo>
                  <a:pt x="10698453" y="1386297"/>
                </a:lnTo>
                <a:lnTo>
                  <a:pt x="10699651" y="1419496"/>
                </a:lnTo>
                <a:lnTo>
                  <a:pt x="10700449" y="1435772"/>
                </a:lnTo>
                <a:lnTo>
                  <a:pt x="10701247" y="1452372"/>
                </a:lnTo>
                <a:lnTo>
                  <a:pt x="10701647" y="1458232"/>
                </a:lnTo>
                <a:lnTo>
                  <a:pt x="10701647" y="1463765"/>
                </a:lnTo>
                <a:lnTo>
                  <a:pt x="10701247" y="1469624"/>
                </a:lnTo>
                <a:lnTo>
                  <a:pt x="10700449" y="1474506"/>
                </a:lnTo>
                <a:lnTo>
                  <a:pt x="10699251" y="1479063"/>
                </a:lnTo>
                <a:lnTo>
                  <a:pt x="10697655" y="1483294"/>
                </a:lnTo>
                <a:lnTo>
                  <a:pt x="10695258" y="1487201"/>
                </a:lnTo>
                <a:lnTo>
                  <a:pt x="10692864" y="1490455"/>
                </a:lnTo>
                <a:lnTo>
                  <a:pt x="10689272" y="1494037"/>
                </a:lnTo>
                <a:lnTo>
                  <a:pt x="10685680" y="1496640"/>
                </a:lnTo>
                <a:lnTo>
                  <a:pt x="10681290" y="1498918"/>
                </a:lnTo>
                <a:lnTo>
                  <a:pt x="10676099" y="1500546"/>
                </a:lnTo>
                <a:lnTo>
                  <a:pt x="10670113" y="1501848"/>
                </a:lnTo>
                <a:lnTo>
                  <a:pt x="10663327" y="1502825"/>
                </a:lnTo>
                <a:lnTo>
                  <a:pt x="10656140" y="1503150"/>
                </a:lnTo>
                <a:lnTo>
                  <a:pt x="10648158" y="1502825"/>
                </a:lnTo>
                <a:lnTo>
                  <a:pt x="10664125" y="1510962"/>
                </a:lnTo>
                <a:lnTo>
                  <a:pt x="10669713" y="1511287"/>
                </a:lnTo>
                <a:lnTo>
                  <a:pt x="10674901" y="1511613"/>
                </a:lnTo>
                <a:lnTo>
                  <a:pt x="10679294" y="1512264"/>
                </a:lnTo>
                <a:lnTo>
                  <a:pt x="10683284" y="1512915"/>
                </a:lnTo>
                <a:lnTo>
                  <a:pt x="10686878" y="1513891"/>
                </a:lnTo>
                <a:lnTo>
                  <a:pt x="10690070" y="1514868"/>
                </a:lnTo>
                <a:lnTo>
                  <a:pt x="10692466" y="1516170"/>
                </a:lnTo>
                <a:lnTo>
                  <a:pt x="10694860" y="1517798"/>
                </a:lnTo>
                <a:lnTo>
                  <a:pt x="10696458" y="1519425"/>
                </a:lnTo>
                <a:lnTo>
                  <a:pt x="10698055" y="1521378"/>
                </a:lnTo>
                <a:lnTo>
                  <a:pt x="10699251" y="1523006"/>
                </a:lnTo>
                <a:lnTo>
                  <a:pt x="10700449" y="1524959"/>
                </a:lnTo>
                <a:lnTo>
                  <a:pt x="10700849" y="1526912"/>
                </a:lnTo>
                <a:lnTo>
                  <a:pt x="10701247" y="1529189"/>
                </a:lnTo>
                <a:lnTo>
                  <a:pt x="10701647" y="1533422"/>
                </a:lnTo>
                <a:lnTo>
                  <a:pt x="10701247" y="1538304"/>
                </a:lnTo>
                <a:lnTo>
                  <a:pt x="10700449" y="1542861"/>
                </a:lnTo>
                <a:lnTo>
                  <a:pt x="10698453" y="1553277"/>
                </a:lnTo>
                <a:lnTo>
                  <a:pt x="10697655" y="1557834"/>
                </a:lnTo>
                <a:lnTo>
                  <a:pt x="10697257" y="1562716"/>
                </a:lnTo>
                <a:lnTo>
                  <a:pt x="10697655" y="1566948"/>
                </a:lnTo>
                <a:lnTo>
                  <a:pt x="10698055" y="1569226"/>
                </a:lnTo>
                <a:lnTo>
                  <a:pt x="10698453" y="1571179"/>
                </a:lnTo>
                <a:lnTo>
                  <a:pt x="10701647" y="1600799"/>
                </a:lnTo>
                <a:lnTo>
                  <a:pt x="10706437" y="1596243"/>
                </a:lnTo>
                <a:lnTo>
                  <a:pt x="10711625" y="1592011"/>
                </a:lnTo>
                <a:lnTo>
                  <a:pt x="10715617" y="1587453"/>
                </a:lnTo>
                <a:lnTo>
                  <a:pt x="10719210" y="1582897"/>
                </a:lnTo>
                <a:lnTo>
                  <a:pt x="10722804" y="1578340"/>
                </a:lnTo>
                <a:lnTo>
                  <a:pt x="10725996" y="1573458"/>
                </a:lnTo>
                <a:lnTo>
                  <a:pt x="10728790" y="1568250"/>
                </a:lnTo>
                <a:lnTo>
                  <a:pt x="10731186" y="1563367"/>
                </a:lnTo>
                <a:lnTo>
                  <a:pt x="10733580" y="1558484"/>
                </a:lnTo>
                <a:lnTo>
                  <a:pt x="10735577" y="1553277"/>
                </a:lnTo>
                <a:lnTo>
                  <a:pt x="10739169" y="1542861"/>
                </a:lnTo>
                <a:lnTo>
                  <a:pt x="10742363" y="1532119"/>
                </a:lnTo>
                <a:lnTo>
                  <a:pt x="10745157" y="1521703"/>
                </a:lnTo>
                <a:lnTo>
                  <a:pt x="10749547" y="1499895"/>
                </a:lnTo>
                <a:lnTo>
                  <a:pt x="10751941" y="1489154"/>
                </a:lnTo>
                <a:lnTo>
                  <a:pt x="10754735" y="1478412"/>
                </a:lnTo>
                <a:lnTo>
                  <a:pt x="10757930" y="1467996"/>
                </a:lnTo>
                <a:lnTo>
                  <a:pt x="10761922" y="1457580"/>
                </a:lnTo>
                <a:lnTo>
                  <a:pt x="10764316" y="1452698"/>
                </a:lnTo>
                <a:lnTo>
                  <a:pt x="10767110" y="1447815"/>
                </a:lnTo>
                <a:lnTo>
                  <a:pt x="10769904" y="1442932"/>
                </a:lnTo>
                <a:lnTo>
                  <a:pt x="10773496" y="1437725"/>
                </a:lnTo>
                <a:lnTo>
                  <a:pt x="10774695" y="1431540"/>
                </a:lnTo>
                <a:lnTo>
                  <a:pt x="10776293" y="1425356"/>
                </a:lnTo>
                <a:lnTo>
                  <a:pt x="10778287" y="1419171"/>
                </a:lnTo>
                <a:lnTo>
                  <a:pt x="10780683" y="1413312"/>
                </a:lnTo>
                <a:lnTo>
                  <a:pt x="10783077" y="1407127"/>
                </a:lnTo>
                <a:lnTo>
                  <a:pt x="10785871" y="1401595"/>
                </a:lnTo>
                <a:lnTo>
                  <a:pt x="10789065" y="1396061"/>
                </a:lnTo>
                <a:lnTo>
                  <a:pt x="10792257" y="1390528"/>
                </a:lnTo>
                <a:lnTo>
                  <a:pt x="10795852" y="1384994"/>
                </a:lnTo>
                <a:lnTo>
                  <a:pt x="10799444" y="1379461"/>
                </a:lnTo>
                <a:lnTo>
                  <a:pt x="10808224" y="1369045"/>
                </a:lnTo>
                <a:lnTo>
                  <a:pt x="10817007" y="1358955"/>
                </a:lnTo>
                <a:lnTo>
                  <a:pt x="10826587" y="1348863"/>
                </a:lnTo>
                <a:lnTo>
                  <a:pt x="10831777" y="1346585"/>
                </a:lnTo>
                <a:lnTo>
                  <a:pt x="10836566" y="1344633"/>
                </a:lnTo>
                <a:lnTo>
                  <a:pt x="10842154" y="1343005"/>
                </a:lnTo>
                <a:lnTo>
                  <a:pt x="10847344" y="1341703"/>
                </a:lnTo>
                <a:lnTo>
                  <a:pt x="10852533" y="1340726"/>
                </a:lnTo>
                <a:lnTo>
                  <a:pt x="10857323" y="1339749"/>
                </a:lnTo>
                <a:lnTo>
                  <a:pt x="10862513" y="1339099"/>
                </a:lnTo>
                <a:lnTo>
                  <a:pt x="10867701" y="1338773"/>
                </a:lnTo>
                <a:lnTo>
                  <a:pt x="10878080" y="1338448"/>
                </a:lnTo>
                <a:lnTo>
                  <a:pt x="10888060" y="1338773"/>
                </a:lnTo>
                <a:lnTo>
                  <a:pt x="10898039" y="1339749"/>
                </a:lnTo>
                <a:lnTo>
                  <a:pt x="10908417" y="1340726"/>
                </a:lnTo>
                <a:lnTo>
                  <a:pt x="10918398" y="1342354"/>
                </a:lnTo>
                <a:lnTo>
                  <a:pt x="10928775" y="1344307"/>
                </a:lnTo>
                <a:lnTo>
                  <a:pt x="10949134" y="1347887"/>
                </a:lnTo>
                <a:lnTo>
                  <a:pt x="10959112" y="1349515"/>
                </a:lnTo>
                <a:lnTo>
                  <a:pt x="10969491" y="1350817"/>
                </a:lnTo>
                <a:lnTo>
                  <a:pt x="10979471" y="1351793"/>
                </a:lnTo>
                <a:lnTo>
                  <a:pt x="10989850" y="1352119"/>
                </a:lnTo>
                <a:lnTo>
                  <a:pt x="11000228" y="1351142"/>
                </a:lnTo>
                <a:lnTo>
                  <a:pt x="11011005" y="1350492"/>
                </a:lnTo>
                <a:lnTo>
                  <a:pt x="11021781" y="1350492"/>
                </a:lnTo>
                <a:lnTo>
                  <a:pt x="11032560" y="1350817"/>
                </a:lnTo>
                <a:lnTo>
                  <a:pt x="11044136" y="1351793"/>
                </a:lnTo>
                <a:lnTo>
                  <a:pt x="11055313" y="1353096"/>
                </a:lnTo>
                <a:lnTo>
                  <a:pt x="11066090" y="1354722"/>
                </a:lnTo>
                <a:lnTo>
                  <a:pt x="11077666" y="1357002"/>
                </a:lnTo>
                <a:lnTo>
                  <a:pt x="11088843" y="1359931"/>
                </a:lnTo>
                <a:lnTo>
                  <a:pt x="11100419" y="1362860"/>
                </a:lnTo>
                <a:lnTo>
                  <a:pt x="11111196" y="1366115"/>
                </a:lnTo>
                <a:lnTo>
                  <a:pt x="11121975" y="1369695"/>
                </a:lnTo>
                <a:lnTo>
                  <a:pt x="11133151" y="1373601"/>
                </a:lnTo>
                <a:lnTo>
                  <a:pt x="11143930" y="1377833"/>
                </a:lnTo>
                <a:lnTo>
                  <a:pt x="11154308" y="1382390"/>
                </a:lnTo>
                <a:lnTo>
                  <a:pt x="11164287" y="1387924"/>
                </a:lnTo>
                <a:lnTo>
                  <a:pt x="11174665" y="1393132"/>
                </a:lnTo>
                <a:lnTo>
                  <a:pt x="11184646" y="1398340"/>
                </a:lnTo>
                <a:lnTo>
                  <a:pt x="11194224" y="1404198"/>
                </a:lnTo>
                <a:lnTo>
                  <a:pt x="11203407" y="1410057"/>
                </a:lnTo>
                <a:lnTo>
                  <a:pt x="11212587" y="1416567"/>
                </a:lnTo>
                <a:lnTo>
                  <a:pt x="11220970" y="1423078"/>
                </a:lnTo>
                <a:lnTo>
                  <a:pt x="11228952" y="1429588"/>
                </a:lnTo>
                <a:lnTo>
                  <a:pt x="11236936" y="1436423"/>
                </a:lnTo>
                <a:lnTo>
                  <a:pt x="11244121" y="1443909"/>
                </a:lnTo>
                <a:lnTo>
                  <a:pt x="11250907" y="1451071"/>
                </a:lnTo>
                <a:lnTo>
                  <a:pt x="11257294" y="1458232"/>
                </a:lnTo>
                <a:lnTo>
                  <a:pt x="11263282" y="1466044"/>
                </a:lnTo>
                <a:lnTo>
                  <a:pt x="11268470" y="1473530"/>
                </a:lnTo>
                <a:lnTo>
                  <a:pt x="11272862" y="1481342"/>
                </a:lnTo>
                <a:lnTo>
                  <a:pt x="11276853" y="1489154"/>
                </a:lnTo>
                <a:lnTo>
                  <a:pt x="11280447" y="1497291"/>
                </a:lnTo>
                <a:lnTo>
                  <a:pt x="11282841" y="1499895"/>
                </a:lnTo>
                <a:lnTo>
                  <a:pt x="11284437" y="1502825"/>
                </a:lnTo>
                <a:lnTo>
                  <a:pt x="11284837" y="1505754"/>
                </a:lnTo>
                <a:lnTo>
                  <a:pt x="11284437" y="1509010"/>
                </a:lnTo>
                <a:lnTo>
                  <a:pt x="11288029" y="1513240"/>
                </a:lnTo>
                <a:lnTo>
                  <a:pt x="11291223" y="1518123"/>
                </a:lnTo>
                <a:lnTo>
                  <a:pt x="11293619" y="1523006"/>
                </a:lnTo>
                <a:lnTo>
                  <a:pt x="11295614" y="1528213"/>
                </a:lnTo>
                <a:lnTo>
                  <a:pt x="11297212" y="1533422"/>
                </a:lnTo>
                <a:lnTo>
                  <a:pt x="11298010" y="1538629"/>
                </a:lnTo>
                <a:lnTo>
                  <a:pt x="11299606" y="1550347"/>
                </a:lnTo>
                <a:lnTo>
                  <a:pt x="11301204" y="1562065"/>
                </a:lnTo>
                <a:lnTo>
                  <a:pt x="11302002" y="1568575"/>
                </a:lnTo>
                <a:lnTo>
                  <a:pt x="11303198" y="1575410"/>
                </a:lnTo>
                <a:lnTo>
                  <a:pt x="11304796" y="1581920"/>
                </a:lnTo>
                <a:lnTo>
                  <a:pt x="11306790" y="1588757"/>
                </a:lnTo>
                <a:lnTo>
                  <a:pt x="11309586" y="1595592"/>
                </a:lnTo>
                <a:lnTo>
                  <a:pt x="11312778" y="1603403"/>
                </a:lnTo>
                <a:lnTo>
                  <a:pt x="11317569" y="1586477"/>
                </a:lnTo>
                <a:lnTo>
                  <a:pt x="11321959" y="1569877"/>
                </a:lnTo>
                <a:lnTo>
                  <a:pt x="11330741" y="1537653"/>
                </a:lnTo>
                <a:lnTo>
                  <a:pt x="11338726" y="1506405"/>
                </a:lnTo>
                <a:lnTo>
                  <a:pt x="11346310" y="1476134"/>
                </a:lnTo>
                <a:lnTo>
                  <a:pt x="11350300" y="1461161"/>
                </a:lnTo>
                <a:lnTo>
                  <a:pt x="11354693" y="1446513"/>
                </a:lnTo>
                <a:lnTo>
                  <a:pt x="11359481" y="1431866"/>
                </a:lnTo>
                <a:lnTo>
                  <a:pt x="11364671" y="1417544"/>
                </a:lnTo>
                <a:lnTo>
                  <a:pt x="11369861" y="1403547"/>
                </a:lnTo>
                <a:lnTo>
                  <a:pt x="11375448" y="1389551"/>
                </a:lnTo>
                <a:lnTo>
                  <a:pt x="11381836" y="1375555"/>
                </a:lnTo>
                <a:lnTo>
                  <a:pt x="11388622" y="1362209"/>
                </a:lnTo>
                <a:lnTo>
                  <a:pt x="11479633" y="1066331"/>
                </a:lnTo>
                <a:lnTo>
                  <a:pt x="11479233" y="1066331"/>
                </a:lnTo>
                <a:lnTo>
                  <a:pt x="11480829" y="1055590"/>
                </a:lnTo>
                <a:lnTo>
                  <a:pt x="11482427" y="1044848"/>
                </a:lnTo>
                <a:lnTo>
                  <a:pt x="11486817" y="1023691"/>
                </a:lnTo>
                <a:lnTo>
                  <a:pt x="11492006" y="1002533"/>
                </a:lnTo>
                <a:lnTo>
                  <a:pt x="11497994" y="982027"/>
                </a:lnTo>
                <a:lnTo>
                  <a:pt x="11504382" y="961521"/>
                </a:lnTo>
                <a:lnTo>
                  <a:pt x="11511567" y="941014"/>
                </a:lnTo>
                <a:lnTo>
                  <a:pt x="11519551" y="920834"/>
                </a:lnTo>
                <a:lnTo>
                  <a:pt x="11528332" y="900978"/>
                </a:lnTo>
                <a:lnTo>
                  <a:pt x="11537112" y="881124"/>
                </a:lnTo>
                <a:lnTo>
                  <a:pt x="11546295" y="861268"/>
                </a:lnTo>
                <a:lnTo>
                  <a:pt x="11556273" y="841413"/>
                </a:lnTo>
                <a:lnTo>
                  <a:pt x="11566254" y="821883"/>
                </a:lnTo>
                <a:lnTo>
                  <a:pt x="11587011" y="782498"/>
                </a:lnTo>
                <a:lnTo>
                  <a:pt x="11608566" y="743763"/>
                </a:lnTo>
                <a:lnTo>
                  <a:pt x="11610562" y="740183"/>
                </a:lnTo>
                <a:lnTo>
                  <a:pt x="11612956" y="736603"/>
                </a:lnTo>
                <a:lnTo>
                  <a:pt x="11615350" y="734324"/>
                </a:lnTo>
                <a:lnTo>
                  <a:pt x="11617348" y="732370"/>
                </a:lnTo>
                <a:lnTo>
                  <a:pt x="11619742" y="730744"/>
                </a:lnTo>
                <a:lnTo>
                  <a:pt x="11622935" y="729767"/>
                </a:lnTo>
                <a:lnTo>
                  <a:pt x="11625331" y="729116"/>
                </a:lnTo>
                <a:lnTo>
                  <a:pt x="11627725" y="728791"/>
                </a:lnTo>
                <a:lnTo>
                  <a:pt x="11630121" y="728465"/>
                </a:lnTo>
                <a:lnTo>
                  <a:pt x="11632915" y="728465"/>
                </a:lnTo>
                <a:lnTo>
                  <a:pt x="11638103" y="729116"/>
                </a:lnTo>
                <a:lnTo>
                  <a:pt x="11644092" y="729767"/>
                </a:lnTo>
                <a:lnTo>
                  <a:pt x="11649680" y="730093"/>
                </a:lnTo>
                <a:lnTo>
                  <a:pt x="11676025" y="729767"/>
                </a:lnTo>
                <a:lnTo>
                  <a:pt x="11701971" y="729116"/>
                </a:lnTo>
                <a:lnTo>
                  <a:pt x="11753863" y="727814"/>
                </a:lnTo>
                <a:lnTo>
                  <a:pt x="11777016" y="726186"/>
                </a:lnTo>
                <a:lnTo>
                  <a:pt x="11788991" y="725210"/>
                </a:lnTo>
                <a:lnTo>
                  <a:pt x="11800568" y="724234"/>
                </a:lnTo>
                <a:lnTo>
                  <a:pt x="11812144" y="723908"/>
                </a:lnTo>
                <a:lnTo>
                  <a:pt x="11823719" y="723908"/>
                </a:lnTo>
                <a:lnTo>
                  <a:pt x="11834497" y="724234"/>
                </a:lnTo>
                <a:lnTo>
                  <a:pt x="11845274" y="725535"/>
                </a:lnTo>
                <a:lnTo>
                  <a:pt x="11850862" y="726186"/>
                </a:lnTo>
                <a:lnTo>
                  <a:pt x="11856051" y="727488"/>
                </a:lnTo>
                <a:lnTo>
                  <a:pt x="11861241" y="728791"/>
                </a:lnTo>
                <a:lnTo>
                  <a:pt x="11866031" y="730093"/>
                </a:lnTo>
                <a:lnTo>
                  <a:pt x="11871219" y="732045"/>
                </a:lnTo>
                <a:lnTo>
                  <a:pt x="11876012" y="733998"/>
                </a:lnTo>
                <a:lnTo>
                  <a:pt x="11880402" y="736277"/>
                </a:lnTo>
                <a:lnTo>
                  <a:pt x="11885192" y="738880"/>
                </a:lnTo>
                <a:lnTo>
                  <a:pt x="11889582" y="742136"/>
                </a:lnTo>
                <a:lnTo>
                  <a:pt x="11893973" y="745391"/>
                </a:lnTo>
                <a:lnTo>
                  <a:pt x="11897965" y="748971"/>
                </a:lnTo>
                <a:lnTo>
                  <a:pt x="11901957" y="752877"/>
                </a:lnTo>
                <a:lnTo>
                  <a:pt x="11905949" y="757109"/>
                </a:lnTo>
                <a:lnTo>
                  <a:pt x="11909541" y="761991"/>
                </a:lnTo>
                <a:lnTo>
                  <a:pt x="11913134" y="767524"/>
                </a:lnTo>
                <a:lnTo>
                  <a:pt x="11916726" y="772732"/>
                </a:lnTo>
                <a:lnTo>
                  <a:pt x="11919920" y="772732"/>
                </a:lnTo>
                <a:lnTo>
                  <a:pt x="11923512" y="772082"/>
                </a:lnTo>
                <a:lnTo>
                  <a:pt x="11926704" y="771431"/>
                </a:lnTo>
                <a:lnTo>
                  <a:pt x="11930298" y="770453"/>
                </a:lnTo>
                <a:lnTo>
                  <a:pt x="11936685" y="768176"/>
                </a:lnTo>
                <a:lnTo>
                  <a:pt x="11943071" y="765246"/>
                </a:lnTo>
                <a:lnTo>
                  <a:pt x="11949857" y="761991"/>
                </a:lnTo>
                <a:lnTo>
                  <a:pt x="11955846" y="758736"/>
                </a:lnTo>
                <a:lnTo>
                  <a:pt x="11962232" y="755481"/>
                </a:lnTo>
                <a:lnTo>
                  <a:pt x="11968618" y="752552"/>
                </a:lnTo>
                <a:lnTo>
                  <a:pt x="11975005" y="749948"/>
                </a:lnTo>
                <a:lnTo>
                  <a:pt x="11981791" y="747669"/>
                </a:lnTo>
                <a:lnTo>
                  <a:pt x="11985383" y="747018"/>
                </a:lnTo>
                <a:lnTo>
                  <a:pt x="11988577" y="746367"/>
                </a:lnTo>
                <a:lnTo>
                  <a:pt x="11992170" y="746042"/>
                </a:lnTo>
                <a:lnTo>
                  <a:pt x="11995362" y="745717"/>
                </a:lnTo>
                <a:lnTo>
                  <a:pt x="11998956" y="746042"/>
                </a:lnTo>
                <a:lnTo>
                  <a:pt x="12002548" y="746367"/>
                </a:lnTo>
                <a:lnTo>
                  <a:pt x="12006140" y="747018"/>
                </a:lnTo>
                <a:lnTo>
                  <a:pt x="12010133" y="747994"/>
                </a:lnTo>
                <a:lnTo>
                  <a:pt x="12014123" y="749296"/>
                </a:lnTo>
                <a:lnTo>
                  <a:pt x="12018115" y="751250"/>
                </a:lnTo>
                <a:lnTo>
                  <a:pt x="12022107" y="753203"/>
                </a:lnTo>
                <a:lnTo>
                  <a:pt x="12026099" y="755806"/>
                </a:lnTo>
                <a:lnTo>
                  <a:pt x="12031688" y="752552"/>
                </a:lnTo>
                <a:lnTo>
                  <a:pt x="12037676" y="749296"/>
                </a:lnTo>
                <a:lnTo>
                  <a:pt x="12040468" y="747669"/>
                </a:lnTo>
                <a:lnTo>
                  <a:pt x="12042864" y="745717"/>
                </a:lnTo>
                <a:lnTo>
                  <a:pt x="12044860" y="743763"/>
                </a:lnTo>
                <a:lnTo>
                  <a:pt x="12046058" y="741810"/>
                </a:lnTo>
                <a:lnTo>
                  <a:pt x="12057235" y="720001"/>
                </a:lnTo>
                <a:lnTo>
                  <a:pt x="12067214" y="701123"/>
                </a:lnTo>
                <a:lnTo>
                  <a:pt x="12075996" y="684522"/>
                </a:lnTo>
                <a:lnTo>
                  <a:pt x="12084776" y="670852"/>
                </a:lnTo>
                <a:lnTo>
                  <a:pt x="12088769" y="664667"/>
                </a:lnTo>
                <a:lnTo>
                  <a:pt x="12092761" y="659133"/>
                </a:lnTo>
                <a:lnTo>
                  <a:pt x="12096753" y="653600"/>
                </a:lnTo>
                <a:lnTo>
                  <a:pt x="12101143" y="649044"/>
                </a:lnTo>
                <a:lnTo>
                  <a:pt x="12105536" y="644812"/>
                </a:lnTo>
                <a:lnTo>
                  <a:pt x="12109926" y="641231"/>
                </a:lnTo>
                <a:lnTo>
                  <a:pt x="12115114" y="637977"/>
                </a:lnTo>
                <a:lnTo>
                  <a:pt x="12119904" y="635048"/>
                </a:lnTo>
                <a:lnTo>
                  <a:pt x="12125095" y="632443"/>
                </a:lnTo>
                <a:lnTo>
                  <a:pt x="12130283" y="629839"/>
                </a:lnTo>
                <a:lnTo>
                  <a:pt x="12136271" y="627886"/>
                </a:lnTo>
                <a:lnTo>
                  <a:pt x="12142257" y="626584"/>
                </a:lnTo>
                <a:lnTo>
                  <a:pt x="12149444" y="625281"/>
                </a:lnTo>
                <a:lnTo>
                  <a:pt x="12156628" y="624305"/>
                </a:lnTo>
                <a:lnTo>
                  <a:pt x="12164213" y="623329"/>
                </a:lnTo>
                <a:lnTo>
                  <a:pt x="12172195" y="623004"/>
                </a:lnTo>
                <a:lnTo>
                  <a:pt x="12181377" y="622678"/>
                </a:lnTo>
                <a:lnTo>
                  <a:pt x="12190558" y="622352"/>
                </a:lnTo>
                <a:lnTo>
                  <a:pt x="12192000" y="622374"/>
                </a:lnTo>
                <a:lnTo>
                  <a:pt x="12192000" y="3242654"/>
                </a:lnTo>
                <a:lnTo>
                  <a:pt x="12192000" y="4286458"/>
                </a:lnTo>
                <a:lnTo>
                  <a:pt x="12192000" y="5446739"/>
                </a:lnTo>
                <a:lnTo>
                  <a:pt x="12191284" y="5447477"/>
                </a:lnTo>
                <a:lnTo>
                  <a:pt x="12188563" y="5450084"/>
                </a:lnTo>
                <a:lnTo>
                  <a:pt x="11779527" y="5450084"/>
                </a:lnTo>
                <a:lnTo>
                  <a:pt x="11776944" y="5448504"/>
                </a:lnTo>
                <a:lnTo>
                  <a:pt x="11773750" y="5446964"/>
                </a:lnTo>
                <a:lnTo>
                  <a:pt x="11770158" y="5445424"/>
                </a:lnTo>
                <a:lnTo>
                  <a:pt x="11766166" y="5444057"/>
                </a:lnTo>
                <a:lnTo>
                  <a:pt x="11757385" y="5441491"/>
                </a:lnTo>
                <a:lnTo>
                  <a:pt x="11748205" y="5438925"/>
                </a:lnTo>
                <a:lnTo>
                  <a:pt x="11738622" y="5436359"/>
                </a:lnTo>
                <a:lnTo>
                  <a:pt x="11729842" y="5433794"/>
                </a:lnTo>
                <a:lnTo>
                  <a:pt x="11725452" y="5432425"/>
                </a:lnTo>
                <a:lnTo>
                  <a:pt x="11721460" y="5430714"/>
                </a:lnTo>
                <a:lnTo>
                  <a:pt x="11717867" y="5429175"/>
                </a:lnTo>
                <a:lnTo>
                  <a:pt x="11714673" y="5427636"/>
                </a:lnTo>
                <a:lnTo>
                  <a:pt x="11712279" y="5425755"/>
                </a:lnTo>
                <a:lnTo>
                  <a:pt x="11709883" y="5423872"/>
                </a:lnTo>
                <a:lnTo>
                  <a:pt x="11708287" y="5421991"/>
                </a:lnTo>
                <a:lnTo>
                  <a:pt x="11707489" y="5419767"/>
                </a:lnTo>
                <a:lnTo>
                  <a:pt x="11707089" y="5417373"/>
                </a:lnTo>
                <a:lnTo>
                  <a:pt x="11707489" y="5414807"/>
                </a:lnTo>
                <a:lnTo>
                  <a:pt x="11708685" y="5412070"/>
                </a:lnTo>
                <a:lnTo>
                  <a:pt x="11711081" y="5409333"/>
                </a:lnTo>
                <a:lnTo>
                  <a:pt x="11705891" y="5398557"/>
                </a:lnTo>
                <a:lnTo>
                  <a:pt x="11701899" y="5387953"/>
                </a:lnTo>
                <a:lnTo>
                  <a:pt x="11697908" y="5377519"/>
                </a:lnTo>
                <a:lnTo>
                  <a:pt x="11694714" y="5366742"/>
                </a:lnTo>
                <a:lnTo>
                  <a:pt x="11692320" y="5356136"/>
                </a:lnTo>
                <a:lnTo>
                  <a:pt x="11691520" y="5350834"/>
                </a:lnTo>
                <a:lnTo>
                  <a:pt x="11691122" y="5345361"/>
                </a:lnTo>
                <a:lnTo>
                  <a:pt x="11690722" y="5340058"/>
                </a:lnTo>
                <a:lnTo>
                  <a:pt x="11690722" y="5334584"/>
                </a:lnTo>
                <a:lnTo>
                  <a:pt x="11691122" y="5329111"/>
                </a:lnTo>
                <a:lnTo>
                  <a:pt x="11691520" y="5323808"/>
                </a:lnTo>
                <a:lnTo>
                  <a:pt x="11688328" y="5312689"/>
                </a:lnTo>
                <a:lnTo>
                  <a:pt x="11685534" y="5301571"/>
                </a:lnTo>
                <a:lnTo>
                  <a:pt x="11683138" y="5290625"/>
                </a:lnTo>
                <a:lnTo>
                  <a:pt x="11681542" y="5279507"/>
                </a:lnTo>
                <a:lnTo>
                  <a:pt x="11679945" y="5268388"/>
                </a:lnTo>
                <a:lnTo>
                  <a:pt x="11678747" y="5257270"/>
                </a:lnTo>
                <a:lnTo>
                  <a:pt x="11678349" y="5246152"/>
                </a:lnTo>
                <a:lnTo>
                  <a:pt x="11677551" y="5235204"/>
                </a:lnTo>
                <a:lnTo>
                  <a:pt x="11676751" y="5212967"/>
                </a:lnTo>
                <a:lnTo>
                  <a:pt x="11676351" y="5190560"/>
                </a:lnTo>
                <a:lnTo>
                  <a:pt x="11675553" y="5168495"/>
                </a:lnTo>
                <a:lnTo>
                  <a:pt x="11674755" y="5157377"/>
                </a:lnTo>
                <a:lnTo>
                  <a:pt x="11673559" y="5146087"/>
                </a:lnTo>
                <a:lnTo>
                  <a:pt x="11656792" y="4918591"/>
                </a:lnTo>
                <a:lnTo>
                  <a:pt x="11638829" y="4918420"/>
                </a:lnTo>
                <a:lnTo>
                  <a:pt x="11630847" y="4933471"/>
                </a:lnTo>
                <a:lnTo>
                  <a:pt x="11622862" y="4948695"/>
                </a:lnTo>
                <a:lnTo>
                  <a:pt x="11615678" y="4963748"/>
                </a:lnTo>
                <a:lnTo>
                  <a:pt x="11608494" y="4978971"/>
                </a:lnTo>
                <a:lnTo>
                  <a:pt x="11580152" y="5039694"/>
                </a:lnTo>
                <a:lnTo>
                  <a:pt x="11572968" y="5054917"/>
                </a:lnTo>
                <a:lnTo>
                  <a:pt x="11565782" y="5069970"/>
                </a:lnTo>
                <a:lnTo>
                  <a:pt x="11557399" y="5085193"/>
                </a:lnTo>
                <a:lnTo>
                  <a:pt x="11549417" y="5100245"/>
                </a:lnTo>
                <a:lnTo>
                  <a:pt x="11541032" y="5115127"/>
                </a:lnTo>
                <a:lnTo>
                  <a:pt x="11531454" y="5130179"/>
                </a:lnTo>
                <a:lnTo>
                  <a:pt x="11521473" y="5145061"/>
                </a:lnTo>
                <a:lnTo>
                  <a:pt x="11511095" y="5159942"/>
                </a:lnTo>
                <a:lnTo>
                  <a:pt x="11512293" y="5166271"/>
                </a:lnTo>
                <a:lnTo>
                  <a:pt x="11512693" y="5172257"/>
                </a:lnTo>
                <a:lnTo>
                  <a:pt x="11512293" y="5178587"/>
                </a:lnTo>
                <a:lnTo>
                  <a:pt x="11510697" y="5184574"/>
                </a:lnTo>
                <a:lnTo>
                  <a:pt x="11508701" y="5190560"/>
                </a:lnTo>
                <a:lnTo>
                  <a:pt x="11505906" y="5196719"/>
                </a:lnTo>
                <a:lnTo>
                  <a:pt x="11501914" y="5202705"/>
                </a:lnTo>
                <a:lnTo>
                  <a:pt x="11496326" y="5208691"/>
                </a:lnTo>
                <a:lnTo>
                  <a:pt x="11496726" y="5210915"/>
                </a:lnTo>
                <a:lnTo>
                  <a:pt x="11496726" y="5213139"/>
                </a:lnTo>
                <a:lnTo>
                  <a:pt x="11496326" y="5215192"/>
                </a:lnTo>
                <a:lnTo>
                  <a:pt x="11495926" y="5217415"/>
                </a:lnTo>
                <a:lnTo>
                  <a:pt x="11494730" y="5219467"/>
                </a:lnTo>
                <a:lnTo>
                  <a:pt x="11493532" y="5221521"/>
                </a:lnTo>
                <a:lnTo>
                  <a:pt x="11491936" y="5223573"/>
                </a:lnTo>
                <a:lnTo>
                  <a:pt x="11490338" y="5225454"/>
                </a:lnTo>
                <a:lnTo>
                  <a:pt x="11486347" y="5229217"/>
                </a:lnTo>
                <a:lnTo>
                  <a:pt x="11481557" y="5232810"/>
                </a:lnTo>
                <a:lnTo>
                  <a:pt x="11476367" y="5236572"/>
                </a:lnTo>
                <a:lnTo>
                  <a:pt x="11471179" y="5240165"/>
                </a:lnTo>
                <a:lnTo>
                  <a:pt x="11465190" y="5243757"/>
                </a:lnTo>
                <a:lnTo>
                  <a:pt x="11460002" y="5247520"/>
                </a:lnTo>
                <a:lnTo>
                  <a:pt x="11455212" y="5251283"/>
                </a:lnTo>
                <a:lnTo>
                  <a:pt x="11450820" y="5255218"/>
                </a:lnTo>
                <a:lnTo>
                  <a:pt x="11447627" y="5259151"/>
                </a:lnTo>
                <a:lnTo>
                  <a:pt x="11446029" y="5261204"/>
                </a:lnTo>
                <a:lnTo>
                  <a:pt x="11444833" y="5263428"/>
                </a:lnTo>
                <a:lnTo>
                  <a:pt x="11444035" y="5265652"/>
                </a:lnTo>
                <a:lnTo>
                  <a:pt x="11443235" y="5267704"/>
                </a:lnTo>
                <a:lnTo>
                  <a:pt x="11443235" y="5270098"/>
                </a:lnTo>
                <a:lnTo>
                  <a:pt x="11443235" y="5272322"/>
                </a:lnTo>
                <a:lnTo>
                  <a:pt x="11443235" y="5274375"/>
                </a:lnTo>
                <a:lnTo>
                  <a:pt x="11442437" y="5276086"/>
                </a:lnTo>
                <a:lnTo>
                  <a:pt x="11440841" y="5277625"/>
                </a:lnTo>
                <a:lnTo>
                  <a:pt x="11438845" y="5278651"/>
                </a:lnTo>
                <a:lnTo>
                  <a:pt x="11436051" y="5279507"/>
                </a:lnTo>
                <a:lnTo>
                  <a:pt x="11432859" y="5279849"/>
                </a:lnTo>
                <a:lnTo>
                  <a:pt x="11429664" y="5280191"/>
                </a:lnTo>
                <a:lnTo>
                  <a:pt x="11425672" y="5280361"/>
                </a:lnTo>
                <a:lnTo>
                  <a:pt x="11421682" y="5280191"/>
                </a:lnTo>
                <a:lnTo>
                  <a:pt x="11417690" y="5280191"/>
                </a:lnTo>
                <a:lnTo>
                  <a:pt x="11409305" y="5279676"/>
                </a:lnTo>
                <a:lnTo>
                  <a:pt x="11400525" y="5279164"/>
                </a:lnTo>
                <a:lnTo>
                  <a:pt x="11392941" y="5278822"/>
                </a:lnTo>
                <a:lnTo>
                  <a:pt x="11342246" y="5278651"/>
                </a:lnTo>
                <a:lnTo>
                  <a:pt x="11291151" y="5278480"/>
                </a:lnTo>
                <a:lnTo>
                  <a:pt x="11188964" y="5278309"/>
                </a:lnTo>
                <a:lnTo>
                  <a:pt x="11191358" y="5283098"/>
                </a:lnTo>
                <a:lnTo>
                  <a:pt x="11191758" y="5285151"/>
                </a:lnTo>
                <a:lnTo>
                  <a:pt x="11192158" y="5287032"/>
                </a:lnTo>
                <a:lnTo>
                  <a:pt x="11192158" y="5288572"/>
                </a:lnTo>
                <a:lnTo>
                  <a:pt x="11192158" y="5290111"/>
                </a:lnTo>
                <a:lnTo>
                  <a:pt x="11191358" y="5291480"/>
                </a:lnTo>
                <a:lnTo>
                  <a:pt x="11190560" y="5292677"/>
                </a:lnTo>
                <a:lnTo>
                  <a:pt x="11189762" y="5293532"/>
                </a:lnTo>
                <a:lnTo>
                  <a:pt x="11188166" y="5294387"/>
                </a:lnTo>
                <a:lnTo>
                  <a:pt x="11186968" y="5295072"/>
                </a:lnTo>
                <a:lnTo>
                  <a:pt x="11185372" y="5295585"/>
                </a:lnTo>
                <a:lnTo>
                  <a:pt x="11183376" y="5295927"/>
                </a:lnTo>
                <a:lnTo>
                  <a:pt x="11181380" y="5296269"/>
                </a:lnTo>
                <a:lnTo>
                  <a:pt x="11179384" y="5296441"/>
                </a:lnTo>
                <a:lnTo>
                  <a:pt x="11176989" y="5296611"/>
                </a:lnTo>
                <a:lnTo>
                  <a:pt x="11171799" y="5296611"/>
                </a:lnTo>
                <a:lnTo>
                  <a:pt x="11166211" y="5296269"/>
                </a:lnTo>
                <a:lnTo>
                  <a:pt x="11160623" y="5295757"/>
                </a:lnTo>
                <a:lnTo>
                  <a:pt x="11155034" y="5295243"/>
                </a:lnTo>
                <a:lnTo>
                  <a:pt x="11143458" y="5294216"/>
                </a:lnTo>
                <a:lnTo>
                  <a:pt x="11137869" y="5293874"/>
                </a:lnTo>
                <a:lnTo>
                  <a:pt x="11132681" y="5293704"/>
                </a:lnTo>
                <a:lnTo>
                  <a:pt x="11118708" y="5294046"/>
                </a:lnTo>
                <a:lnTo>
                  <a:pt x="11104340" y="5294730"/>
                </a:lnTo>
                <a:lnTo>
                  <a:pt x="11089969" y="5295757"/>
                </a:lnTo>
                <a:lnTo>
                  <a:pt x="11075998" y="5296953"/>
                </a:lnTo>
                <a:lnTo>
                  <a:pt x="11047259" y="5299177"/>
                </a:lnTo>
                <a:lnTo>
                  <a:pt x="11032888" y="5300033"/>
                </a:lnTo>
                <a:lnTo>
                  <a:pt x="11018517" y="5300717"/>
                </a:lnTo>
                <a:lnTo>
                  <a:pt x="11011731" y="5300887"/>
                </a:lnTo>
                <a:lnTo>
                  <a:pt x="11004146" y="5301059"/>
                </a:lnTo>
                <a:lnTo>
                  <a:pt x="10997362" y="5301059"/>
                </a:lnTo>
                <a:lnTo>
                  <a:pt x="10990576" y="5300887"/>
                </a:lnTo>
                <a:lnTo>
                  <a:pt x="10983389" y="5300545"/>
                </a:lnTo>
                <a:lnTo>
                  <a:pt x="10976205" y="5300203"/>
                </a:lnTo>
                <a:lnTo>
                  <a:pt x="10969419" y="5299519"/>
                </a:lnTo>
                <a:lnTo>
                  <a:pt x="10962632" y="5298834"/>
                </a:lnTo>
                <a:lnTo>
                  <a:pt x="10955848" y="5297809"/>
                </a:lnTo>
                <a:lnTo>
                  <a:pt x="10949062" y="5296782"/>
                </a:lnTo>
                <a:lnTo>
                  <a:pt x="10942275" y="5295414"/>
                </a:lnTo>
                <a:lnTo>
                  <a:pt x="10935489" y="5293874"/>
                </a:lnTo>
                <a:lnTo>
                  <a:pt x="10928703" y="5291993"/>
                </a:lnTo>
                <a:lnTo>
                  <a:pt x="10922316" y="5289769"/>
                </a:lnTo>
                <a:lnTo>
                  <a:pt x="10915930" y="5287546"/>
                </a:lnTo>
                <a:lnTo>
                  <a:pt x="10909144" y="5284980"/>
                </a:lnTo>
                <a:lnTo>
                  <a:pt x="10880404" y="5275059"/>
                </a:lnTo>
                <a:lnTo>
                  <a:pt x="10872420" y="5276598"/>
                </a:lnTo>
                <a:lnTo>
                  <a:pt x="10864437" y="5277796"/>
                </a:lnTo>
                <a:lnTo>
                  <a:pt x="10857251" y="5278651"/>
                </a:lnTo>
                <a:lnTo>
                  <a:pt x="10849666" y="5279335"/>
                </a:lnTo>
                <a:lnTo>
                  <a:pt x="10842082" y="5279676"/>
                </a:lnTo>
                <a:lnTo>
                  <a:pt x="10835298" y="5280019"/>
                </a:lnTo>
                <a:lnTo>
                  <a:pt x="10828511" y="5280019"/>
                </a:lnTo>
                <a:lnTo>
                  <a:pt x="10821725" y="5279849"/>
                </a:lnTo>
                <a:lnTo>
                  <a:pt x="10815339" y="5279507"/>
                </a:lnTo>
                <a:lnTo>
                  <a:pt x="10808552" y="5278993"/>
                </a:lnTo>
                <a:lnTo>
                  <a:pt x="10802566" y="5278309"/>
                </a:lnTo>
                <a:lnTo>
                  <a:pt x="10796578" y="5277282"/>
                </a:lnTo>
                <a:lnTo>
                  <a:pt x="10790989" y="5275914"/>
                </a:lnTo>
                <a:lnTo>
                  <a:pt x="10785799" y="5274546"/>
                </a:lnTo>
                <a:lnTo>
                  <a:pt x="10780211" y="5273178"/>
                </a:lnTo>
                <a:lnTo>
                  <a:pt x="10775023" y="5271467"/>
                </a:lnTo>
                <a:lnTo>
                  <a:pt x="10770630" y="5269585"/>
                </a:lnTo>
                <a:lnTo>
                  <a:pt x="10766240" y="5267532"/>
                </a:lnTo>
                <a:lnTo>
                  <a:pt x="10761850" y="5265309"/>
                </a:lnTo>
                <a:lnTo>
                  <a:pt x="10758258" y="5262744"/>
                </a:lnTo>
                <a:lnTo>
                  <a:pt x="10754663" y="5260007"/>
                </a:lnTo>
                <a:lnTo>
                  <a:pt x="10751071" y="5257270"/>
                </a:lnTo>
                <a:lnTo>
                  <a:pt x="10747879" y="5254362"/>
                </a:lnTo>
                <a:lnTo>
                  <a:pt x="10745085" y="5251283"/>
                </a:lnTo>
                <a:lnTo>
                  <a:pt x="10742689" y="5247862"/>
                </a:lnTo>
                <a:lnTo>
                  <a:pt x="10740693" y="5244441"/>
                </a:lnTo>
                <a:lnTo>
                  <a:pt x="10738699" y="5241020"/>
                </a:lnTo>
                <a:lnTo>
                  <a:pt x="10737101" y="5237256"/>
                </a:lnTo>
                <a:lnTo>
                  <a:pt x="10736303" y="5233323"/>
                </a:lnTo>
                <a:lnTo>
                  <a:pt x="10735504" y="5229217"/>
                </a:lnTo>
                <a:lnTo>
                  <a:pt x="10735104" y="5225112"/>
                </a:lnTo>
                <a:lnTo>
                  <a:pt x="10735104" y="5220836"/>
                </a:lnTo>
                <a:lnTo>
                  <a:pt x="10732710" y="5217072"/>
                </a:lnTo>
                <a:lnTo>
                  <a:pt x="10730316" y="5213481"/>
                </a:lnTo>
                <a:lnTo>
                  <a:pt x="10728718" y="5209718"/>
                </a:lnTo>
                <a:lnTo>
                  <a:pt x="10727520" y="5206126"/>
                </a:lnTo>
                <a:lnTo>
                  <a:pt x="10727122" y="5202192"/>
                </a:lnTo>
                <a:lnTo>
                  <a:pt x="10727520" y="5198599"/>
                </a:lnTo>
                <a:lnTo>
                  <a:pt x="10727920" y="5196719"/>
                </a:lnTo>
                <a:lnTo>
                  <a:pt x="10728718" y="5194836"/>
                </a:lnTo>
                <a:lnTo>
                  <a:pt x="10729916" y="5192955"/>
                </a:lnTo>
                <a:lnTo>
                  <a:pt x="10731114" y="5190903"/>
                </a:lnTo>
                <a:lnTo>
                  <a:pt x="10727920" y="5187139"/>
                </a:lnTo>
                <a:lnTo>
                  <a:pt x="10725126" y="5183375"/>
                </a:lnTo>
                <a:lnTo>
                  <a:pt x="10723530" y="5179442"/>
                </a:lnTo>
                <a:lnTo>
                  <a:pt x="10722732" y="5177561"/>
                </a:lnTo>
                <a:lnTo>
                  <a:pt x="10722332" y="5175508"/>
                </a:lnTo>
                <a:lnTo>
                  <a:pt x="10721932" y="5173626"/>
                </a:lnTo>
                <a:lnTo>
                  <a:pt x="10722332" y="5171573"/>
                </a:lnTo>
                <a:lnTo>
                  <a:pt x="10722732" y="5169692"/>
                </a:lnTo>
                <a:lnTo>
                  <a:pt x="10723130" y="5167811"/>
                </a:lnTo>
                <a:lnTo>
                  <a:pt x="10724328" y="5165929"/>
                </a:lnTo>
                <a:lnTo>
                  <a:pt x="10725924" y="5163876"/>
                </a:lnTo>
                <a:lnTo>
                  <a:pt x="10727920" y="5161823"/>
                </a:lnTo>
                <a:lnTo>
                  <a:pt x="10730316" y="5159942"/>
                </a:lnTo>
                <a:lnTo>
                  <a:pt x="10711553" y="5113417"/>
                </a:lnTo>
                <a:lnTo>
                  <a:pt x="10702773" y="5113417"/>
                </a:lnTo>
                <a:lnTo>
                  <a:pt x="10693590" y="5113074"/>
                </a:lnTo>
                <a:lnTo>
                  <a:pt x="10621341" y="5237770"/>
                </a:lnTo>
                <a:lnTo>
                  <a:pt x="10614556" y="5247862"/>
                </a:lnTo>
                <a:lnTo>
                  <a:pt x="10608568" y="5258296"/>
                </a:lnTo>
                <a:lnTo>
                  <a:pt x="10596991" y="5278993"/>
                </a:lnTo>
                <a:lnTo>
                  <a:pt x="10585815" y="5299519"/>
                </a:lnTo>
                <a:lnTo>
                  <a:pt x="10573440" y="5320217"/>
                </a:lnTo>
                <a:lnTo>
                  <a:pt x="10567452" y="5330308"/>
                </a:lnTo>
                <a:lnTo>
                  <a:pt x="10560667" y="5340572"/>
                </a:lnTo>
                <a:lnTo>
                  <a:pt x="10553483" y="5350834"/>
                </a:lnTo>
                <a:lnTo>
                  <a:pt x="10545499" y="5360756"/>
                </a:lnTo>
                <a:lnTo>
                  <a:pt x="10537514" y="5370847"/>
                </a:lnTo>
                <a:lnTo>
                  <a:pt x="10528334" y="5380768"/>
                </a:lnTo>
                <a:lnTo>
                  <a:pt x="10518355" y="5390688"/>
                </a:lnTo>
                <a:lnTo>
                  <a:pt x="10507977" y="5400267"/>
                </a:lnTo>
                <a:lnTo>
                  <a:pt x="10505581" y="5405057"/>
                </a:lnTo>
                <a:lnTo>
                  <a:pt x="10502786" y="5409505"/>
                </a:lnTo>
                <a:lnTo>
                  <a:pt x="10499594" y="5413610"/>
                </a:lnTo>
                <a:lnTo>
                  <a:pt x="10496000" y="5417714"/>
                </a:lnTo>
                <a:lnTo>
                  <a:pt x="10492010" y="5421135"/>
                </a:lnTo>
                <a:lnTo>
                  <a:pt x="10487618" y="5424386"/>
                </a:lnTo>
                <a:lnTo>
                  <a:pt x="10484425" y="5425755"/>
                </a:lnTo>
                <a:lnTo>
                  <a:pt x="10481631" y="5427123"/>
                </a:lnTo>
                <a:lnTo>
                  <a:pt x="10478837" y="5428490"/>
                </a:lnTo>
                <a:lnTo>
                  <a:pt x="10476043" y="5429689"/>
                </a:lnTo>
                <a:lnTo>
                  <a:pt x="10472849" y="5430714"/>
                </a:lnTo>
                <a:lnTo>
                  <a:pt x="10469257" y="5431741"/>
                </a:lnTo>
                <a:lnTo>
                  <a:pt x="10466063" y="5432596"/>
                </a:lnTo>
                <a:lnTo>
                  <a:pt x="10462070" y="5433452"/>
                </a:lnTo>
                <a:lnTo>
                  <a:pt x="10458080" y="5433964"/>
                </a:lnTo>
                <a:lnTo>
                  <a:pt x="10453690" y="5434478"/>
                </a:lnTo>
                <a:lnTo>
                  <a:pt x="10449298" y="5434990"/>
                </a:lnTo>
                <a:lnTo>
                  <a:pt x="10444907" y="5435162"/>
                </a:lnTo>
                <a:lnTo>
                  <a:pt x="10440117" y="5435333"/>
                </a:lnTo>
                <a:lnTo>
                  <a:pt x="10434927" y="5435333"/>
                </a:lnTo>
                <a:lnTo>
                  <a:pt x="10429739" y="5435162"/>
                </a:lnTo>
                <a:lnTo>
                  <a:pt x="10424150" y="5434990"/>
                </a:lnTo>
                <a:lnTo>
                  <a:pt x="10418162" y="5434478"/>
                </a:lnTo>
                <a:lnTo>
                  <a:pt x="10412176" y="5433964"/>
                </a:lnTo>
                <a:lnTo>
                  <a:pt x="10405787" y="5433280"/>
                </a:lnTo>
                <a:lnTo>
                  <a:pt x="10399401" y="5432425"/>
                </a:lnTo>
                <a:lnTo>
                  <a:pt x="10394213" y="5431912"/>
                </a:lnTo>
                <a:lnTo>
                  <a:pt x="10389423" y="5431228"/>
                </a:lnTo>
                <a:lnTo>
                  <a:pt x="10383834" y="5430885"/>
                </a:lnTo>
                <a:lnTo>
                  <a:pt x="10378644" y="5430714"/>
                </a:lnTo>
                <a:lnTo>
                  <a:pt x="10367867" y="5430543"/>
                </a:lnTo>
                <a:lnTo>
                  <a:pt x="10357089" y="5430543"/>
                </a:lnTo>
                <a:lnTo>
                  <a:pt x="10334736" y="5431228"/>
                </a:lnTo>
                <a:lnTo>
                  <a:pt x="10323159" y="5431399"/>
                </a:lnTo>
                <a:lnTo>
                  <a:pt x="10312781" y="5431741"/>
                </a:lnTo>
                <a:lnTo>
                  <a:pt x="10299608" y="5432768"/>
                </a:lnTo>
                <a:lnTo>
                  <a:pt x="10286435" y="5433452"/>
                </a:lnTo>
                <a:lnTo>
                  <a:pt x="10274061" y="5433622"/>
                </a:lnTo>
                <a:lnTo>
                  <a:pt x="10262086" y="5433452"/>
                </a:lnTo>
                <a:lnTo>
                  <a:pt x="10249711" y="5432938"/>
                </a:lnTo>
                <a:lnTo>
                  <a:pt x="10238535" y="5432083"/>
                </a:lnTo>
                <a:lnTo>
                  <a:pt x="10227758" y="5430543"/>
                </a:lnTo>
                <a:lnTo>
                  <a:pt x="10216582" y="5428833"/>
                </a:lnTo>
                <a:lnTo>
                  <a:pt x="10206601" y="5426780"/>
                </a:lnTo>
                <a:lnTo>
                  <a:pt x="10196623" y="5424386"/>
                </a:lnTo>
                <a:lnTo>
                  <a:pt x="10187042" y="5421650"/>
                </a:lnTo>
                <a:lnTo>
                  <a:pt x="10177862" y="5418570"/>
                </a:lnTo>
                <a:lnTo>
                  <a:pt x="10169079" y="5414807"/>
                </a:lnTo>
                <a:lnTo>
                  <a:pt x="10160697" y="5411044"/>
                </a:lnTo>
                <a:lnTo>
                  <a:pt x="10151914" y="5406768"/>
                </a:lnTo>
                <a:lnTo>
                  <a:pt x="10144330" y="5401977"/>
                </a:lnTo>
                <a:lnTo>
                  <a:pt x="10138742" y="5405399"/>
                </a:lnTo>
                <a:lnTo>
                  <a:pt x="10132355" y="5408821"/>
                </a:lnTo>
                <a:lnTo>
                  <a:pt x="10125171" y="5412070"/>
                </a:lnTo>
                <a:lnTo>
                  <a:pt x="10121977" y="5413438"/>
                </a:lnTo>
                <a:lnTo>
                  <a:pt x="10118385" y="5414637"/>
                </a:lnTo>
                <a:lnTo>
                  <a:pt x="10114792" y="5415834"/>
                </a:lnTo>
                <a:lnTo>
                  <a:pt x="10111200" y="5416518"/>
                </a:lnTo>
                <a:lnTo>
                  <a:pt x="10107606" y="5417030"/>
                </a:lnTo>
                <a:lnTo>
                  <a:pt x="10104014" y="5417030"/>
                </a:lnTo>
                <a:lnTo>
                  <a:pt x="10102018" y="5417030"/>
                </a:lnTo>
                <a:lnTo>
                  <a:pt x="10100422" y="5416859"/>
                </a:lnTo>
                <a:lnTo>
                  <a:pt x="10098825" y="5416518"/>
                </a:lnTo>
                <a:lnTo>
                  <a:pt x="10096829" y="5416004"/>
                </a:lnTo>
                <a:lnTo>
                  <a:pt x="10094833" y="5415491"/>
                </a:lnTo>
                <a:lnTo>
                  <a:pt x="10093237" y="5414807"/>
                </a:lnTo>
                <a:lnTo>
                  <a:pt x="10090043" y="5413096"/>
                </a:lnTo>
                <a:lnTo>
                  <a:pt x="10086849" y="5411386"/>
                </a:lnTo>
                <a:lnTo>
                  <a:pt x="10083657" y="5409505"/>
                </a:lnTo>
                <a:lnTo>
                  <a:pt x="10076472" y="5406084"/>
                </a:lnTo>
                <a:lnTo>
                  <a:pt x="10068488" y="5402662"/>
                </a:lnTo>
                <a:lnTo>
                  <a:pt x="10059705" y="5399412"/>
                </a:lnTo>
                <a:lnTo>
                  <a:pt x="10042941" y="5392742"/>
                </a:lnTo>
                <a:lnTo>
                  <a:pt x="10034558" y="5389149"/>
                </a:lnTo>
                <a:lnTo>
                  <a:pt x="10026974" y="5385728"/>
                </a:lnTo>
                <a:lnTo>
                  <a:pt x="10023382" y="5383847"/>
                </a:lnTo>
                <a:lnTo>
                  <a:pt x="10020189" y="5381965"/>
                </a:lnTo>
                <a:lnTo>
                  <a:pt x="10017393" y="5380083"/>
                </a:lnTo>
                <a:lnTo>
                  <a:pt x="10014999" y="5378031"/>
                </a:lnTo>
                <a:lnTo>
                  <a:pt x="10012605" y="5375978"/>
                </a:lnTo>
                <a:lnTo>
                  <a:pt x="10011007" y="5373755"/>
                </a:lnTo>
                <a:lnTo>
                  <a:pt x="10009411" y="5371531"/>
                </a:lnTo>
                <a:lnTo>
                  <a:pt x="10008213" y="5369307"/>
                </a:lnTo>
                <a:lnTo>
                  <a:pt x="10007813" y="5366913"/>
                </a:lnTo>
                <a:lnTo>
                  <a:pt x="10007813" y="5364518"/>
                </a:lnTo>
                <a:lnTo>
                  <a:pt x="10008213" y="5361952"/>
                </a:lnTo>
                <a:lnTo>
                  <a:pt x="10009411" y="5359045"/>
                </a:lnTo>
                <a:lnTo>
                  <a:pt x="10011007" y="5356308"/>
                </a:lnTo>
                <a:lnTo>
                  <a:pt x="10013403" y="5353400"/>
                </a:lnTo>
                <a:lnTo>
                  <a:pt x="10016197" y="5350492"/>
                </a:lnTo>
                <a:lnTo>
                  <a:pt x="10019789" y="5347413"/>
                </a:lnTo>
                <a:lnTo>
                  <a:pt x="10016595" y="5344334"/>
                </a:lnTo>
                <a:lnTo>
                  <a:pt x="10013801" y="5341597"/>
                </a:lnTo>
                <a:lnTo>
                  <a:pt x="10011007" y="5338861"/>
                </a:lnTo>
                <a:lnTo>
                  <a:pt x="10008613" y="5336124"/>
                </a:lnTo>
                <a:lnTo>
                  <a:pt x="10004621" y="5330138"/>
                </a:lnTo>
                <a:lnTo>
                  <a:pt x="10001028" y="5324492"/>
                </a:lnTo>
                <a:lnTo>
                  <a:pt x="9998632" y="5318506"/>
                </a:lnTo>
                <a:lnTo>
                  <a:pt x="9995838" y="5312689"/>
                </a:lnTo>
                <a:lnTo>
                  <a:pt x="9994640" y="5306875"/>
                </a:lnTo>
                <a:lnTo>
                  <a:pt x="9993444" y="5300887"/>
                </a:lnTo>
                <a:lnTo>
                  <a:pt x="9991846" y="5288914"/>
                </a:lnTo>
                <a:lnTo>
                  <a:pt x="9990250" y="5277282"/>
                </a:lnTo>
                <a:lnTo>
                  <a:pt x="9989452" y="5271125"/>
                </a:lnTo>
                <a:lnTo>
                  <a:pt x="9988654" y="5265309"/>
                </a:lnTo>
                <a:lnTo>
                  <a:pt x="9987456" y="5259323"/>
                </a:lnTo>
                <a:lnTo>
                  <a:pt x="9985460" y="5253507"/>
                </a:lnTo>
                <a:lnTo>
                  <a:pt x="9963905" y="5252138"/>
                </a:lnTo>
                <a:lnTo>
                  <a:pt x="9948738" y="5253507"/>
                </a:lnTo>
                <a:lnTo>
                  <a:pt x="9933569" y="5254875"/>
                </a:lnTo>
                <a:lnTo>
                  <a:pt x="9918000" y="5255902"/>
                </a:lnTo>
                <a:lnTo>
                  <a:pt x="9902831" y="5256586"/>
                </a:lnTo>
                <a:lnTo>
                  <a:pt x="9894847" y="5256928"/>
                </a:lnTo>
                <a:lnTo>
                  <a:pt x="9887265" y="5256928"/>
                </a:lnTo>
                <a:lnTo>
                  <a:pt x="9879680" y="5256928"/>
                </a:lnTo>
                <a:lnTo>
                  <a:pt x="9872096" y="5256586"/>
                </a:lnTo>
                <a:lnTo>
                  <a:pt x="9864111" y="5256243"/>
                </a:lnTo>
                <a:lnTo>
                  <a:pt x="9856527" y="5255730"/>
                </a:lnTo>
                <a:lnTo>
                  <a:pt x="9848943" y="5254875"/>
                </a:lnTo>
                <a:lnTo>
                  <a:pt x="9840960" y="5253849"/>
                </a:lnTo>
                <a:lnTo>
                  <a:pt x="9836570" y="5254875"/>
                </a:lnTo>
                <a:lnTo>
                  <a:pt x="9831380" y="5255730"/>
                </a:lnTo>
                <a:lnTo>
                  <a:pt x="9826989" y="5256243"/>
                </a:lnTo>
                <a:lnTo>
                  <a:pt x="9822597" y="5256756"/>
                </a:lnTo>
                <a:lnTo>
                  <a:pt x="9817809" y="5256928"/>
                </a:lnTo>
                <a:lnTo>
                  <a:pt x="9813417" y="5257098"/>
                </a:lnTo>
                <a:lnTo>
                  <a:pt x="9809026" y="5257098"/>
                </a:lnTo>
                <a:lnTo>
                  <a:pt x="9804236" y="5256928"/>
                </a:lnTo>
                <a:lnTo>
                  <a:pt x="9795056" y="5256243"/>
                </a:lnTo>
                <a:lnTo>
                  <a:pt x="9785873" y="5255388"/>
                </a:lnTo>
                <a:lnTo>
                  <a:pt x="9767512" y="5253336"/>
                </a:lnTo>
                <a:lnTo>
                  <a:pt x="9749949" y="5252480"/>
                </a:lnTo>
                <a:lnTo>
                  <a:pt x="9732385" y="5251283"/>
                </a:lnTo>
                <a:lnTo>
                  <a:pt x="9723604" y="5250428"/>
                </a:lnTo>
                <a:lnTo>
                  <a:pt x="9715220" y="5249573"/>
                </a:lnTo>
                <a:lnTo>
                  <a:pt x="9707237" y="5248546"/>
                </a:lnTo>
                <a:lnTo>
                  <a:pt x="9698455" y="5247178"/>
                </a:lnTo>
                <a:lnTo>
                  <a:pt x="9690870" y="5245980"/>
                </a:lnTo>
                <a:lnTo>
                  <a:pt x="9682888" y="5244441"/>
                </a:lnTo>
                <a:lnTo>
                  <a:pt x="9675702" y="5242560"/>
                </a:lnTo>
                <a:lnTo>
                  <a:pt x="9667719" y="5240507"/>
                </a:lnTo>
                <a:lnTo>
                  <a:pt x="9660933" y="5238283"/>
                </a:lnTo>
                <a:lnTo>
                  <a:pt x="9654146" y="5235718"/>
                </a:lnTo>
                <a:lnTo>
                  <a:pt x="9648160" y="5232639"/>
                </a:lnTo>
                <a:lnTo>
                  <a:pt x="9642172" y="5229559"/>
                </a:lnTo>
                <a:lnTo>
                  <a:pt x="9640976" y="5229731"/>
                </a:lnTo>
                <a:lnTo>
                  <a:pt x="9639776" y="5229901"/>
                </a:lnTo>
                <a:lnTo>
                  <a:pt x="9638580" y="5229901"/>
                </a:lnTo>
                <a:lnTo>
                  <a:pt x="9636984" y="5229901"/>
                </a:lnTo>
                <a:lnTo>
                  <a:pt x="9634987" y="5229389"/>
                </a:lnTo>
                <a:lnTo>
                  <a:pt x="9632591" y="5228705"/>
                </a:lnTo>
                <a:lnTo>
                  <a:pt x="9630595" y="5227849"/>
                </a:lnTo>
                <a:lnTo>
                  <a:pt x="9628599" y="5226823"/>
                </a:lnTo>
                <a:lnTo>
                  <a:pt x="9624609" y="5224770"/>
                </a:lnTo>
                <a:lnTo>
                  <a:pt x="9622613" y="5223744"/>
                </a:lnTo>
                <a:lnTo>
                  <a:pt x="9620217" y="5223060"/>
                </a:lnTo>
                <a:lnTo>
                  <a:pt x="9618223" y="5222717"/>
                </a:lnTo>
                <a:lnTo>
                  <a:pt x="9617025" y="5222717"/>
                </a:lnTo>
                <a:lnTo>
                  <a:pt x="9616226" y="5222717"/>
                </a:lnTo>
                <a:lnTo>
                  <a:pt x="9615028" y="5222889"/>
                </a:lnTo>
                <a:lnTo>
                  <a:pt x="9613830" y="5223060"/>
                </a:lnTo>
                <a:lnTo>
                  <a:pt x="9611436" y="5224086"/>
                </a:lnTo>
                <a:lnTo>
                  <a:pt x="9609040" y="5225626"/>
                </a:lnTo>
                <a:lnTo>
                  <a:pt x="9606646" y="5228021"/>
                </a:lnTo>
                <a:lnTo>
                  <a:pt x="9603852" y="5229901"/>
                </a:lnTo>
                <a:lnTo>
                  <a:pt x="9601456" y="5231612"/>
                </a:lnTo>
                <a:lnTo>
                  <a:pt x="9598264" y="5233151"/>
                </a:lnTo>
                <a:lnTo>
                  <a:pt x="9595069" y="5234691"/>
                </a:lnTo>
                <a:lnTo>
                  <a:pt x="9591877" y="5235888"/>
                </a:lnTo>
                <a:lnTo>
                  <a:pt x="9588285" y="5236915"/>
                </a:lnTo>
                <a:lnTo>
                  <a:pt x="9584691" y="5237599"/>
                </a:lnTo>
                <a:lnTo>
                  <a:pt x="9581099" y="5238112"/>
                </a:lnTo>
                <a:lnTo>
                  <a:pt x="9577904" y="5238455"/>
                </a:lnTo>
                <a:lnTo>
                  <a:pt x="9574312" y="5238455"/>
                </a:lnTo>
                <a:lnTo>
                  <a:pt x="9571120" y="5238283"/>
                </a:lnTo>
                <a:lnTo>
                  <a:pt x="9568324" y="5237940"/>
                </a:lnTo>
                <a:lnTo>
                  <a:pt x="9565930" y="5237428"/>
                </a:lnTo>
                <a:lnTo>
                  <a:pt x="9563934" y="5236572"/>
                </a:lnTo>
                <a:lnTo>
                  <a:pt x="9562738" y="5235375"/>
                </a:lnTo>
                <a:lnTo>
                  <a:pt x="9561940" y="5234007"/>
                </a:lnTo>
                <a:lnTo>
                  <a:pt x="9561140" y="5231954"/>
                </a:lnTo>
                <a:lnTo>
                  <a:pt x="9560342" y="5230072"/>
                </a:lnTo>
                <a:lnTo>
                  <a:pt x="9558745" y="5228191"/>
                </a:lnTo>
                <a:lnTo>
                  <a:pt x="9557547" y="5226310"/>
                </a:lnTo>
                <a:lnTo>
                  <a:pt x="9553955" y="5223060"/>
                </a:lnTo>
                <a:lnTo>
                  <a:pt x="9549563" y="5219639"/>
                </a:lnTo>
                <a:lnTo>
                  <a:pt x="9544775" y="5216560"/>
                </a:lnTo>
                <a:lnTo>
                  <a:pt x="9538786" y="5213652"/>
                </a:lnTo>
                <a:lnTo>
                  <a:pt x="9527610" y="5208007"/>
                </a:lnTo>
                <a:lnTo>
                  <a:pt x="9522420" y="5205099"/>
                </a:lnTo>
                <a:lnTo>
                  <a:pt x="9516833" y="5202192"/>
                </a:lnTo>
                <a:lnTo>
                  <a:pt x="9512041" y="5199284"/>
                </a:lnTo>
                <a:lnTo>
                  <a:pt x="9507651" y="5196204"/>
                </a:lnTo>
                <a:lnTo>
                  <a:pt x="9503659" y="5192955"/>
                </a:lnTo>
                <a:lnTo>
                  <a:pt x="9502063" y="5191244"/>
                </a:lnTo>
                <a:lnTo>
                  <a:pt x="9500864" y="5189534"/>
                </a:lnTo>
                <a:lnTo>
                  <a:pt x="9500066" y="5187652"/>
                </a:lnTo>
                <a:lnTo>
                  <a:pt x="9499268" y="5185942"/>
                </a:lnTo>
                <a:lnTo>
                  <a:pt x="9498870" y="5183890"/>
                </a:lnTo>
                <a:lnTo>
                  <a:pt x="9498470" y="5182008"/>
                </a:lnTo>
                <a:lnTo>
                  <a:pt x="9495276" y="5167811"/>
                </a:lnTo>
                <a:lnTo>
                  <a:pt x="9493280" y="5136850"/>
                </a:lnTo>
                <a:lnTo>
                  <a:pt x="9476915" y="5097680"/>
                </a:lnTo>
                <a:lnTo>
                  <a:pt x="9461746" y="5097167"/>
                </a:lnTo>
                <a:lnTo>
                  <a:pt x="9446578" y="5096824"/>
                </a:lnTo>
                <a:lnTo>
                  <a:pt x="9430611" y="5096653"/>
                </a:lnTo>
                <a:lnTo>
                  <a:pt x="9415442" y="5096824"/>
                </a:lnTo>
                <a:lnTo>
                  <a:pt x="9384306" y="5096996"/>
                </a:lnTo>
                <a:lnTo>
                  <a:pt x="9368340" y="5096824"/>
                </a:lnTo>
                <a:lnTo>
                  <a:pt x="9353171" y="5096653"/>
                </a:lnTo>
                <a:lnTo>
                  <a:pt x="9338004" y="5095970"/>
                </a:lnTo>
                <a:lnTo>
                  <a:pt x="9330420" y="5095456"/>
                </a:lnTo>
                <a:lnTo>
                  <a:pt x="9323233" y="5094772"/>
                </a:lnTo>
                <a:lnTo>
                  <a:pt x="9316049" y="5094087"/>
                </a:lnTo>
                <a:lnTo>
                  <a:pt x="9308465" y="5093232"/>
                </a:lnTo>
                <a:lnTo>
                  <a:pt x="9301278" y="5092035"/>
                </a:lnTo>
                <a:lnTo>
                  <a:pt x="9294094" y="5090838"/>
                </a:lnTo>
                <a:lnTo>
                  <a:pt x="9287309" y="5089470"/>
                </a:lnTo>
                <a:lnTo>
                  <a:pt x="9280523" y="5087930"/>
                </a:lnTo>
                <a:lnTo>
                  <a:pt x="9273337" y="5086220"/>
                </a:lnTo>
                <a:lnTo>
                  <a:pt x="9266950" y="5084167"/>
                </a:lnTo>
                <a:lnTo>
                  <a:pt x="9260564" y="5081942"/>
                </a:lnTo>
                <a:lnTo>
                  <a:pt x="9254178" y="5079549"/>
                </a:lnTo>
                <a:lnTo>
                  <a:pt x="9247789" y="5076640"/>
                </a:lnTo>
                <a:lnTo>
                  <a:pt x="9241403" y="5073733"/>
                </a:lnTo>
                <a:lnTo>
                  <a:pt x="9232621" y="5074588"/>
                </a:lnTo>
                <a:lnTo>
                  <a:pt x="9224638" y="5075272"/>
                </a:lnTo>
                <a:lnTo>
                  <a:pt x="9216656" y="5075786"/>
                </a:lnTo>
                <a:lnTo>
                  <a:pt x="9209071" y="5075956"/>
                </a:lnTo>
                <a:lnTo>
                  <a:pt x="9201885" y="5075956"/>
                </a:lnTo>
                <a:lnTo>
                  <a:pt x="9195099" y="5075614"/>
                </a:lnTo>
                <a:lnTo>
                  <a:pt x="9189112" y="5075272"/>
                </a:lnTo>
                <a:lnTo>
                  <a:pt x="9183124" y="5074588"/>
                </a:lnTo>
                <a:lnTo>
                  <a:pt x="9177136" y="5073733"/>
                </a:lnTo>
                <a:lnTo>
                  <a:pt x="9171947" y="5072707"/>
                </a:lnTo>
                <a:lnTo>
                  <a:pt x="9166757" y="5071510"/>
                </a:lnTo>
                <a:lnTo>
                  <a:pt x="9162367" y="5070312"/>
                </a:lnTo>
                <a:lnTo>
                  <a:pt x="9157977" y="5068773"/>
                </a:lnTo>
                <a:lnTo>
                  <a:pt x="9153586" y="5067233"/>
                </a:lnTo>
                <a:lnTo>
                  <a:pt x="9149594" y="5065522"/>
                </a:lnTo>
                <a:lnTo>
                  <a:pt x="9145602" y="5063469"/>
                </a:lnTo>
                <a:lnTo>
                  <a:pt x="9142010" y="5061589"/>
                </a:lnTo>
                <a:lnTo>
                  <a:pt x="9138418" y="5059536"/>
                </a:lnTo>
                <a:lnTo>
                  <a:pt x="9132429" y="5055260"/>
                </a:lnTo>
                <a:lnTo>
                  <a:pt x="9126443" y="5050640"/>
                </a:lnTo>
                <a:lnTo>
                  <a:pt x="9120853" y="5045681"/>
                </a:lnTo>
                <a:lnTo>
                  <a:pt x="9110076" y="5035760"/>
                </a:lnTo>
                <a:lnTo>
                  <a:pt x="9104886" y="5030799"/>
                </a:lnTo>
                <a:lnTo>
                  <a:pt x="9099298" y="5026181"/>
                </a:lnTo>
                <a:lnTo>
                  <a:pt x="9074948" y="4974866"/>
                </a:lnTo>
                <a:lnTo>
                  <a:pt x="9041019" y="4981023"/>
                </a:lnTo>
                <a:lnTo>
                  <a:pt x="9039023" y="4984445"/>
                </a:lnTo>
                <a:lnTo>
                  <a:pt x="9037826" y="4988036"/>
                </a:lnTo>
                <a:lnTo>
                  <a:pt x="9038225" y="4995563"/>
                </a:lnTo>
                <a:lnTo>
                  <a:pt x="9037426" y="5002747"/>
                </a:lnTo>
                <a:lnTo>
                  <a:pt x="9036228" y="5010102"/>
                </a:lnTo>
                <a:lnTo>
                  <a:pt x="9034232" y="5017116"/>
                </a:lnTo>
                <a:lnTo>
                  <a:pt x="9031838" y="5024299"/>
                </a:lnTo>
                <a:lnTo>
                  <a:pt x="9028646" y="5031141"/>
                </a:lnTo>
                <a:lnTo>
                  <a:pt x="9024654" y="5038154"/>
                </a:lnTo>
                <a:lnTo>
                  <a:pt x="9020262" y="5044997"/>
                </a:lnTo>
                <a:lnTo>
                  <a:pt x="9015073" y="5051838"/>
                </a:lnTo>
                <a:lnTo>
                  <a:pt x="9009883" y="5058509"/>
                </a:lnTo>
                <a:lnTo>
                  <a:pt x="9003897" y="5065180"/>
                </a:lnTo>
                <a:lnTo>
                  <a:pt x="8997908" y="5071851"/>
                </a:lnTo>
                <a:lnTo>
                  <a:pt x="8991122" y="5078351"/>
                </a:lnTo>
                <a:lnTo>
                  <a:pt x="8983938" y="5085022"/>
                </a:lnTo>
                <a:lnTo>
                  <a:pt x="8976753" y="5091351"/>
                </a:lnTo>
                <a:lnTo>
                  <a:pt x="8969169" y="5098023"/>
                </a:lnTo>
                <a:lnTo>
                  <a:pt x="8969169" y="5098193"/>
                </a:lnTo>
                <a:lnTo>
                  <a:pt x="8965975" y="5103666"/>
                </a:lnTo>
                <a:lnTo>
                  <a:pt x="8962383" y="5108798"/>
                </a:lnTo>
                <a:lnTo>
                  <a:pt x="8957992" y="5113417"/>
                </a:lnTo>
                <a:lnTo>
                  <a:pt x="8955596" y="5115640"/>
                </a:lnTo>
                <a:lnTo>
                  <a:pt x="8953202" y="5117693"/>
                </a:lnTo>
                <a:lnTo>
                  <a:pt x="8950008" y="5119745"/>
                </a:lnTo>
                <a:lnTo>
                  <a:pt x="8947214" y="5121627"/>
                </a:lnTo>
                <a:lnTo>
                  <a:pt x="8944420" y="5123508"/>
                </a:lnTo>
                <a:lnTo>
                  <a:pt x="8941225" y="5125219"/>
                </a:lnTo>
                <a:lnTo>
                  <a:pt x="8937633" y="5126758"/>
                </a:lnTo>
                <a:lnTo>
                  <a:pt x="8934041" y="5128127"/>
                </a:lnTo>
                <a:lnTo>
                  <a:pt x="8930449" y="5129495"/>
                </a:lnTo>
                <a:lnTo>
                  <a:pt x="8926457" y="5130863"/>
                </a:lnTo>
                <a:lnTo>
                  <a:pt x="8922465" y="5132061"/>
                </a:lnTo>
                <a:lnTo>
                  <a:pt x="8918074" y="5133088"/>
                </a:lnTo>
                <a:lnTo>
                  <a:pt x="8913684" y="5134114"/>
                </a:lnTo>
                <a:lnTo>
                  <a:pt x="8908894" y="5135140"/>
                </a:lnTo>
                <a:lnTo>
                  <a:pt x="8904104" y="5135825"/>
                </a:lnTo>
                <a:lnTo>
                  <a:pt x="8899313" y="5136509"/>
                </a:lnTo>
                <a:lnTo>
                  <a:pt x="8894123" y="5137193"/>
                </a:lnTo>
                <a:lnTo>
                  <a:pt x="8888935" y="5137706"/>
                </a:lnTo>
                <a:lnTo>
                  <a:pt x="8882946" y="5138048"/>
                </a:lnTo>
                <a:lnTo>
                  <a:pt x="8877358" y="5138390"/>
                </a:lnTo>
                <a:lnTo>
                  <a:pt x="8865384" y="5138560"/>
                </a:lnTo>
                <a:lnTo>
                  <a:pt x="8852211" y="5138560"/>
                </a:lnTo>
                <a:lnTo>
                  <a:pt x="8839038" y="5138048"/>
                </a:lnTo>
                <a:lnTo>
                  <a:pt x="8827462" y="5137706"/>
                </a:lnTo>
                <a:lnTo>
                  <a:pt x="8815887" y="5137363"/>
                </a:lnTo>
                <a:lnTo>
                  <a:pt x="8804708" y="5137363"/>
                </a:lnTo>
                <a:lnTo>
                  <a:pt x="8793134" y="5137534"/>
                </a:lnTo>
                <a:lnTo>
                  <a:pt x="8769981" y="5137877"/>
                </a:lnTo>
                <a:lnTo>
                  <a:pt x="8746431" y="5138048"/>
                </a:lnTo>
                <a:lnTo>
                  <a:pt x="8735253" y="5138048"/>
                </a:lnTo>
                <a:lnTo>
                  <a:pt x="8723678" y="5137877"/>
                </a:lnTo>
                <a:lnTo>
                  <a:pt x="8712102" y="5137363"/>
                </a:lnTo>
                <a:lnTo>
                  <a:pt x="8700925" y="5136679"/>
                </a:lnTo>
                <a:lnTo>
                  <a:pt x="8689348" y="5135653"/>
                </a:lnTo>
                <a:lnTo>
                  <a:pt x="8678172" y="5133942"/>
                </a:lnTo>
                <a:lnTo>
                  <a:pt x="8672584" y="5133088"/>
                </a:lnTo>
                <a:lnTo>
                  <a:pt x="8666995" y="5132232"/>
                </a:lnTo>
                <a:lnTo>
                  <a:pt x="8661805" y="5131035"/>
                </a:lnTo>
                <a:lnTo>
                  <a:pt x="8655819" y="5129837"/>
                </a:lnTo>
                <a:lnTo>
                  <a:pt x="8649830" y="5128811"/>
                </a:lnTo>
                <a:lnTo>
                  <a:pt x="8643444" y="5127614"/>
                </a:lnTo>
                <a:lnTo>
                  <a:pt x="8637856" y="5126416"/>
                </a:lnTo>
                <a:lnTo>
                  <a:pt x="8631867" y="5125048"/>
                </a:lnTo>
                <a:lnTo>
                  <a:pt x="8620691" y="5122140"/>
                </a:lnTo>
                <a:lnTo>
                  <a:pt x="8609912" y="5118891"/>
                </a:lnTo>
                <a:lnTo>
                  <a:pt x="8599934" y="5115470"/>
                </a:lnTo>
                <a:lnTo>
                  <a:pt x="8589955" y="5111877"/>
                </a:lnTo>
                <a:lnTo>
                  <a:pt x="8580375" y="5108114"/>
                </a:lnTo>
                <a:lnTo>
                  <a:pt x="8571194" y="5104180"/>
                </a:lnTo>
                <a:lnTo>
                  <a:pt x="8552831" y="5096312"/>
                </a:lnTo>
                <a:lnTo>
                  <a:pt x="8534868" y="5088273"/>
                </a:lnTo>
                <a:lnTo>
                  <a:pt x="8524890" y="5084338"/>
                </a:lnTo>
                <a:lnTo>
                  <a:pt x="8515309" y="5080746"/>
                </a:lnTo>
                <a:lnTo>
                  <a:pt x="8505331" y="5076983"/>
                </a:lnTo>
                <a:lnTo>
                  <a:pt x="8494552" y="5073733"/>
                </a:lnTo>
                <a:lnTo>
                  <a:pt x="8486171" y="5070997"/>
                </a:lnTo>
                <a:lnTo>
                  <a:pt x="8478186" y="5067917"/>
                </a:lnTo>
                <a:lnTo>
                  <a:pt x="8471402" y="5064838"/>
                </a:lnTo>
                <a:lnTo>
                  <a:pt x="8465414" y="5061246"/>
                </a:lnTo>
                <a:lnTo>
                  <a:pt x="8459826" y="5057654"/>
                </a:lnTo>
                <a:lnTo>
                  <a:pt x="8455035" y="5054062"/>
                </a:lnTo>
                <a:lnTo>
                  <a:pt x="8451441" y="5050128"/>
                </a:lnTo>
                <a:lnTo>
                  <a:pt x="8448249" y="5046194"/>
                </a:lnTo>
                <a:lnTo>
                  <a:pt x="8445855" y="5042259"/>
                </a:lnTo>
                <a:lnTo>
                  <a:pt x="8444257" y="5037984"/>
                </a:lnTo>
                <a:lnTo>
                  <a:pt x="8443061" y="5033708"/>
                </a:lnTo>
                <a:lnTo>
                  <a:pt x="8442661" y="5029431"/>
                </a:lnTo>
                <a:lnTo>
                  <a:pt x="8442661" y="5024984"/>
                </a:lnTo>
                <a:lnTo>
                  <a:pt x="8443061" y="5020365"/>
                </a:lnTo>
                <a:lnTo>
                  <a:pt x="8443858" y="5015919"/>
                </a:lnTo>
                <a:lnTo>
                  <a:pt x="8445455" y="5011299"/>
                </a:lnTo>
                <a:lnTo>
                  <a:pt x="8443460" y="4988721"/>
                </a:lnTo>
                <a:lnTo>
                  <a:pt x="8443061" y="4981023"/>
                </a:lnTo>
                <a:lnTo>
                  <a:pt x="8439866" y="4968879"/>
                </a:lnTo>
                <a:lnTo>
                  <a:pt x="8437072" y="4956905"/>
                </a:lnTo>
                <a:lnTo>
                  <a:pt x="8434678" y="4944761"/>
                </a:lnTo>
                <a:lnTo>
                  <a:pt x="8433080" y="4932787"/>
                </a:lnTo>
                <a:lnTo>
                  <a:pt x="8431483" y="4920644"/>
                </a:lnTo>
                <a:lnTo>
                  <a:pt x="8430286" y="4908670"/>
                </a:lnTo>
                <a:lnTo>
                  <a:pt x="8428291" y="4884722"/>
                </a:lnTo>
                <a:lnTo>
                  <a:pt x="8428291" y="4883184"/>
                </a:lnTo>
                <a:lnTo>
                  <a:pt x="8428291" y="4881815"/>
                </a:lnTo>
                <a:lnTo>
                  <a:pt x="8427493" y="4859920"/>
                </a:lnTo>
                <a:lnTo>
                  <a:pt x="8427093" y="4837854"/>
                </a:lnTo>
                <a:lnTo>
                  <a:pt x="8426694" y="4816131"/>
                </a:lnTo>
                <a:lnTo>
                  <a:pt x="8425896" y="4794066"/>
                </a:lnTo>
                <a:lnTo>
                  <a:pt x="8420707" y="4638240"/>
                </a:lnTo>
                <a:lnTo>
                  <a:pt x="8420707" y="4622673"/>
                </a:lnTo>
                <a:lnTo>
                  <a:pt x="8407535" y="4545529"/>
                </a:lnTo>
                <a:lnTo>
                  <a:pt x="8405538" y="4543136"/>
                </a:lnTo>
                <a:lnTo>
                  <a:pt x="8403941" y="4540570"/>
                </a:lnTo>
                <a:lnTo>
                  <a:pt x="8402744" y="4538175"/>
                </a:lnTo>
                <a:lnTo>
                  <a:pt x="8401946" y="4535779"/>
                </a:lnTo>
                <a:lnTo>
                  <a:pt x="8401147" y="4533386"/>
                </a:lnTo>
                <a:lnTo>
                  <a:pt x="8400748" y="4530991"/>
                </a:lnTo>
                <a:lnTo>
                  <a:pt x="8400748" y="4526030"/>
                </a:lnTo>
                <a:lnTo>
                  <a:pt x="8401147" y="4521241"/>
                </a:lnTo>
                <a:lnTo>
                  <a:pt x="8401946" y="4516280"/>
                </a:lnTo>
                <a:lnTo>
                  <a:pt x="8404740" y="4506531"/>
                </a:lnTo>
                <a:lnTo>
                  <a:pt x="8399950" y="4509610"/>
                </a:lnTo>
                <a:lnTo>
                  <a:pt x="8395159" y="4512859"/>
                </a:lnTo>
                <a:lnTo>
                  <a:pt x="8391168" y="4516280"/>
                </a:lnTo>
                <a:lnTo>
                  <a:pt x="8387974" y="4519530"/>
                </a:lnTo>
                <a:lnTo>
                  <a:pt x="8384781" y="4522952"/>
                </a:lnTo>
                <a:lnTo>
                  <a:pt x="8381988" y="4526201"/>
                </a:lnTo>
                <a:lnTo>
                  <a:pt x="8379193" y="4529794"/>
                </a:lnTo>
                <a:lnTo>
                  <a:pt x="8377197" y="4533215"/>
                </a:lnTo>
                <a:lnTo>
                  <a:pt x="8375201" y="4536635"/>
                </a:lnTo>
                <a:lnTo>
                  <a:pt x="8373604" y="4540056"/>
                </a:lnTo>
                <a:lnTo>
                  <a:pt x="8371209" y="4547069"/>
                </a:lnTo>
                <a:lnTo>
                  <a:pt x="8369612" y="4554083"/>
                </a:lnTo>
                <a:lnTo>
                  <a:pt x="8368415" y="4561267"/>
                </a:lnTo>
                <a:lnTo>
                  <a:pt x="8367617" y="4568450"/>
                </a:lnTo>
                <a:lnTo>
                  <a:pt x="8367218" y="4575635"/>
                </a:lnTo>
                <a:lnTo>
                  <a:pt x="8366419" y="4590003"/>
                </a:lnTo>
                <a:lnTo>
                  <a:pt x="8366020" y="4597188"/>
                </a:lnTo>
                <a:lnTo>
                  <a:pt x="8364823" y="4604371"/>
                </a:lnTo>
                <a:lnTo>
                  <a:pt x="8362427" y="4611384"/>
                </a:lnTo>
                <a:lnTo>
                  <a:pt x="8360033" y="4618397"/>
                </a:lnTo>
                <a:lnTo>
                  <a:pt x="8354843" y="4630884"/>
                </a:lnTo>
                <a:lnTo>
                  <a:pt x="8350850" y="4643200"/>
                </a:lnTo>
                <a:lnTo>
                  <a:pt x="8346860" y="4655686"/>
                </a:lnTo>
                <a:lnTo>
                  <a:pt x="8343266" y="4668002"/>
                </a:lnTo>
                <a:lnTo>
                  <a:pt x="8340474" y="4680489"/>
                </a:lnTo>
                <a:lnTo>
                  <a:pt x="8337280" y="4692975"/>
                </a:lnTo>
                <a:lnTo>
                  <a:pt x="8331291" y="4718120"/>
                </a:lnTo>
                <a:lnTo>
                  <a:pt x="8328497" y="4730607"/>
                </a:lnTo>
                <a:lnTo>
                  <a:pt x="8325305" y="4743093"/>
                </a:lnTo>
                <a:lnTo>
                  <a:pt x="8322112" y="4755580"/>
                </a:lnTo>
                <a:lnTo>
                  <a:pt x="8318119" y="4768067"/>
                </a:lnTo>
                <a:lnTo>
                  <a:pt x="8313728" y="4780382"/>
                </a:lnTo>
                <a:lnTo>
                  <a:pt x="8308539" y="4792698"/>
                </a:lnTo>
                <a:lnTo>
                  <a:pt x="8302952" y="4805184"/>
                </a:lnTo>
                <a:lnTo>
                  <a:pt x="8295766" y="4817500"/>
                </a:lnTo>
                <a:lnTo>
                  <a:pt x="8182401" y="5151047"/>
                </a:lnTo>
                <a:lnTo>
                  <a:pt x="8180006" y="5158060"/>
                </a:lnTo>
                <a:lnTo>
                  <a:pt x="8177212" y="5165244"/>
                </a:lnTo>
                <a:lnTo>
                  <a:pt x="8173619" y="5172257"/>
                </a:lnTo>
                <a:lnTo>
                  <a:pt x="8169228" y="5179270"/>
                </a:lnTo>
                <a:lnTo>
                  <a:pt x="8164039" y="5185942"/>
                </a:lnTo>
                <a:lnTo>
                  <a:pt x="8159248" y="5192783"/>
                </a:lnTo>
                <a:lnTo>
                  <a:pt x="8153661" y="5199455"/>
                </a:lnTo>
                <a:lnTo>
                  <a:pt x="8148072" y="5206297"/>
                </a:lnTo>
                <a:lnTo>
                  <a:pt x="8136496" y="5219639"/>
                </a:lnTo>
                <a:lnTo>
                  <a:pt x="8124521" y="5232980"/>
                </a:lnTo>
                <a:lnTo>
                  <a:pt x="8119332" y="5239823"/>
                </a:lnTo>
                <a:lnTo>
                  <a:pt x="8114142" y="5246494"/>
                </a:lnTo>
                <a:lnTo>
                  <a:pt x="8109353" y="5253507"/>
                </a:lnTo>
                <a:lnTo>
                  <a:pt x="8104961" y="5260349"/>
                </a:lnTo>
                <a:lnTo>
                  <a:pt x="8102566" y="5263256"/>
                </a:lnTo>
                <a:lnTo>
                  <a:pt x="8100172" y="5265993"/>
                </a:lnTo>
                <a:lnTo>
                  <a:pt x="8096579" y="5268559"/>
                </a:lnTo>
                <a:lnTo>
                  <a:pt x="8094583" y="5269757"/>
                </a:lnTo>
                <a:lnTo>
                  <a:pt x="8092588" y="5270783"/>
                </a:lnTo>
                <a:lnTo>
                  <a:pt x="8090193" y="5271809"/>
                </a:lnTo>
                <a:lnTo>
                  <a:pt x="8087796" y="5272664"/>
                </a:lnTo>
                <a:lnTo>
                  <a:pt x="8085003" y="5273348"/>
                </a:lnTo>
                <a:lnTo>
                  <a:pt x="8082209" y="5274033"/>
                </a:lnTo>
                <a:lnTo>
                  <a:pt x="8079014" y="5274546"/>
                </a:lnTo>
                <a:lnTo>
                  <a:pt x="8075822" y="5274888"/>
                </a:lnTo>
                <a:lnTo>
                  <a:pt x="8072230" y="5275059"/>
                </a:lnTo>
                <a:lnTo>
                  <a:pt x="8067838" y="5275059"/>
                </a:lnTo>
                <a:lnTo>
                  <a:pt x="8049876" y="5274888"/>
                </a:lnTo>
                <a:lnTo>
                  <a:pt x="8031514" y="5274888"/>
                </a:lnTo>
                <a:lnTo>
                  <a:pt x="8013152" y="5275059"/>
                </a:lnTo>
                <a:lnTo>
                  <a:pt x="7994391" y="5275401"/>
                </a:lnTo>
                <a:lnTo>
                  <a:pt x="7976029" y="5275743"/>
                </a:lnTo>
                <a:lnTo>
                  <a:pt x="7957268" y="5276086"/>
                </a:lnTo>
                <a:lnTo>
                  <a:pt x="7938906" y="5276086"/>
                </a:lnTo>
                <a:lnTo>
                  <a:pt x="7920545" y="5275914"/>
                </a:lnTo>
                <a:lnTo>
                  <a:pt x="7902181" y="5275401"/>
                </a:lnTo>
                <a:lnTo>
                  <a:pt x="7893400" y="5275059"/>
                </a:lnTo>
                <a:lnTo>
                  <a:pt x="7884618" y="5274546"/>
                </a:lnTo>
                <a:lnTo>
                  <a:pt x="7875836" y="5273862"/>
                </a:lnTo>
                <a:lnTo>
                  <a:pt x="7866655" y="5273006"/>
                </a:lnTo>
                <a:lnTo>
                  <a:pt x="7857874" y="5272152"/>
                </a:lnTo>
                <a:lnTo>
                  <a:pt x="7849092" y="5270953"/>
                </a:lnTo>
                <a:lnTo>
                  <a:pt x="7840310" y="5269757"/>
                </a:lnTo>
                <a:lnTo>
                  <a:pt x="7831527" y="5268217"/>
                </a:lnTo>
                <a:lnTo>
                  <a:pt x="7823147" y="5266677"/>
                </a:lnTo>
                <a:lnTo>
                  <a:pt x="7814764" y="5264796"/>
                </a:lnTo>
                <a:lnTo>
                  <a:pt x="7805982" y="5262744"/>
                </a:lnTo>
                <a:lnTo>
                  <a:pt x="7797998" y="5260349"/>
                </a:lnTo>
                <a:lnTo>
                  <a:pt x="7790015" y="5257783"/>
                </a:lnTo>
                <a:lnTo>
                  <a:pt x="7782031" y="5255046"/>
                </a:lnTo>
                <a:lnTo>
                  <a:pt x="7766863" y="5248889"/>
                </a:lnTo>
                <a:lnTo>
                  <a:pt x="7760475" y="5246323"/>
                </a:lnTo>
                <a:lnTo>
                  <a:pt x="7757680" y="5245467"/>
                </a:lnTo>
                <a:lnTo>
                  <a:pt x="7746904" y="5249915"/>
                </a:lnTo>
                <a:lnTo>
                  <a:pt x="7741715" y="5251625"/>
                </a:lnTo>
                <a:lnTo>
                  <a:pt x="7736925" y="5252994"/>
                </a:lnTo>
                <a:lnTo>
                  <a:pt x="7732933" y="5254362"/>
                </a:lnTo>
                <a:lnTo>
                  <a:pt x="7728942" y="5255218"/>
                </a:lnTo>
                <a:lnTo>
                  <a:pt x="7725350" y="5256072"/>
                </a:lnTo>
                <a:lnTo>
                  <a:pt x="7721757" y="5256586"/>
                </a:lnTo>
                <a:lnTo>
                  <a:pt x="7718962" y="5256928"/>
                </a:lnTo>
                <a:lnTo>
                  <a:pt x="7716166" y="5257098"/>
                </a:lnTo>
                <a:lnTo>
                  <a:pt x="7713374" y="5257098"/>
                </a:lnTo>
                <a:lnTo>
                  <a:pt x="7711377" y="5256928"/>
                </a:lnTo>
                <a:lnTo>
                  <a:pt x="7708982" y="5256414"/>
                </a:lnTo>
                <a:lnTo>
                  <a:pt x="7706987" y="5255902"/>
                </a:lnTo>
                <a:lnTo>
                  <a:pt x="7705390" y="5255218"/>
                </a:lnTo>
                <a:lnTo>
                  <a:pt x="7703793" y="5254362"/>
                </a:lnTo>
                <a:lnTo>
                  <a:pt x="7702597" y="5253507"/>
                </a:lnTo>
                <a:lnTo>
                  <a:pt x="7701397" y="5252310"/>
                </a:lnTo>
                <a:lnTo>
                  <a:pt x="7699802" y="5249915"/>
                </a:lnTo>
                <a:lnTo>
                  <a:pt x="7698205" y="5247006"/>
                </a:lnTo>
                <a:lnTo>
                  <a:pt x="7697406" y="5243928"/>
                </a:lnTo>
                <a:lnTo>
                  <a:pt x="7696209" y="5237086"/>
                </a:lnTo>
                <a:lnTo>
                  <a:pt x="7695411" y="5230072"/>
                </a:lnTo>
                <a:lnTo>
                  <a:pt x="7679443" y="5224941"/>
                </a:lnTo>
                <a:lnTo>
                  <a:pt x="7671460" y="5222375"/>
                </a:lnTo>
                <a:lnTo>
                  <a:pt x="7663877" y="5219639"/>
                </a:lnTo>
                <a:lnTo>
                  <a:pt x="7656292" y="5216902"/>
                </a:lnTo>
                <a:lnTo>
                  <a:pt x="7649507" y="5213994"/>
                </a:lnTo>
                <a:lnTo>
                  <a:pt x="7642719" y="5211087"/>
                </a:lnTo>
                <a:lnTo>
                  <a:pt x="7637132" y="5208007"/>
                </a:lnTo>
                <a:lnTo>
                  <a:pt x="7632342" y="5204586"/>
                </a:lnTo>
                <a:lnTo>
                  <a:pt x="7629946" y="5202875"/>
                </a:lnTo>
                <a:lnTo>
                  <a:pt x="7627951" y="5201165"/>
                </a:lnTo>
                <a:lnTo>
                  <a:pt x="7626354" y="5199455"/>
                </a:lnTo>
                <a:lnTo>
                  <a:pt x="7624757" y="5197573"/>
                </a:lnTo>
                <a:lnTo>
                  <a:pt x="7623560" y="5195692"/>
                </a:lnTo>
                <a:lnTo>
                  <a:pt x="7622362" y="5193639"/>
                </a:lnTo>
                <a:lnTo>
                  <a:pt x="7621963" y="5191587"/>
                </a:lnTo>
                <a:lnTo>
                  <a:pt x="7621564" y="5189363"/>
                </a:lnTo>
                <a:lnTo>
                  <a:pt x="7621165" y="5187139"/>
                </a:lnTo>
                <a:lnTo>
                  <a:pt x="7621564" y="5184915"/>
                </a:lnTo>
                <a:lnTo>
                  <a:pt x="7621963" y="5182691"/>
                </a:lnTo>
                <a:lnTo>
                  <a:pt x="7622761" y="5180297"/>
                </a:lnTo>
                <a:lnTo>
                  <a:pt x="7623959" y="5177732"/>
                </a:lnTo>
                <a:lnTo>
                  <a:pt x="7625555" y="5174995"/>
                </a:lnTo>
                <a:lnTo>
                  <a:pt x="7620366" y="5147114"/>
                </a:lnTo>
                <a:lnTo>
                  <a:pt x="7614379" y="5125391"/>
                </a:lnTo>
                <a:lnTo>
                  <a:pt x="7611186" y="5114443"/>
                </a:lnTo>
                <a:lnTo>
                  <a:pt x="7608791" y="5103496"/>
                </a:lnTo>
                <a:lnTo>
                  <a:pt x="7606396" y="5092719"/>
                </a:lnTo>
                <a:lnTo>
                  <a:pt x="7604799" y="5081773"/>
                </a:lnTo>
                <a:lnTo>
                  <a:pt x="7603201" y="5070824"/>
                </a:lnTo>
                <a:lnTo>
                  <a:pt x="7602005" y="5059878"/>
                </a:lnTo>
                <a:lnTo>
                  <a:pt x="7601606" y="5048931"/>
                </a:lnTo>
                <a:lnTo>
                  <a:pt x="7601207" y="5038154"/>
                </a:lnTo>
                <a:lnTo>
                  <a:pt x="7601606" y="5027207"/>
                </a:lnTo>
                <a:lnTo>
                  <a:pt x="7602803" y="5016260"/>
                </a:lnTo>
                <a:lnTo>
                  <a:pt x="7604400" y="5005313"/>
                </a:lnTo>
                <a:lnTo>
                  <a:pt x="7606795" y="4994537"/>
                </a:lnTo>
                <a:lnTo>
                  <a:pt x="7609988" y="4983590"/>
                </a:lnTo>
                <a:lnTo>
                  <a:pt x="7614379" y="4972642"/>
                </a:lnTo>
                <a:lnTo>
                  <a:pt x="7614778" y="4971274"/>
                </a:lnTo>
                <a:lnTo>
                  <a:pt x="7614778" y="4970077"/>
                </a:lnTo>
                <a:lnTo>
                  <a:pt x="7614778" y="4968709"/>
                </a:lnTo>
                <a:lnTo>
                  <a:pt x="7614379" y="4967510"/>
                </a:lnTo>
                <a:lnTo>
                  <a:pt x="7612384" y="4964945"/>
                </a:lnTo>
                <a:lnTo>
                  <a:pt x="7610387" y="4962551"/>
                </a:lnTo>
                <a:lnTo>
                  <a:pt x="7607993" y="4960326"/>
                </a:lnTo>
                <a:lnTo>
                  <a:pt x="7605198" y="4958103"/>
                </a:lnTo>
                <a:lnTo>
                  <a:pt x="7599609" y="4953655"/>
                </a:lnTo>
                <a:lnTo>
                  <a:pt x="7597215" y="4951432"/>
                </a:lnTo>
                <a:lnTo>
                  <a:pt x="7595219" y="4949037"/>
                </a:lnTo>
                <a:lnTo>
                  <a:pt x="7593622" y="4946814"/>
                </a:lnTo>
                <a:lnTo>
                  <a:pt x="7593223" y="4944590"/>
                </a:lnTo>
                <a:lnTo>
                  <a:pt x="7593223" y="4943393"/>
                </a:lnTo>
                <a:lnTo>
                  <a:pt x="7593622" y="4942194"/>
                </a:lnTo>
                <a:lnTo>
                  <a:pt x="7594421" y="4940998"/>
                </a:lnTo>
                <a:lnTo>
                  <a:pt x="7595219" y="4939801"/>
                </a:lnTo>
                <a:lnTo>
                  <a:pt x="7596416" y="4938603"/>
                </a:lnTo>
                <a:lnTo>
                  <a:pt x="7598013" y="4937406"/>
                </a:lnTo>
                <a:lnTo>
                  <a:pt x="7600408" y="4935866"/>
                </a:lnTo>
                <a:lnTo>
                  <a:pt x="7602803" y="4934669"/>
                </a:lnTo>
                <a:lnTo>
                  <a:pt x="7601207" y="4933301"/>
                </a:lnTo>
                <a:lnTo>
                  <a:pt x="7600008" y="4931932"/>
                </a:lnTo>
                <a:lnTo>
                  <a:pt x="7599210" y="4930564"/>
                </a:lnTo>
                <a:lnTo>
                  <a:pt x="7598810" y="4929195"/>
                </a:lnTo>
                <a:lnTo>
                  <a:pt x="7598411" y="4926630"/>
                </a:lnTo>
                <a:lnTo>
                  <a:pt x="7598810" y="4924063"/>
                </a:lnTo>
                <a:lnTo>
                  <a:pt x="7596416" y="4916880"/>
                </a:lnTo>
                <a:lnTo>
                  <a:pt x="7594820" y="4909867"/>
                </a:lnTo>
                <a:lnTo>
                  <a:pt x="7593223" y="4902683"/>
                </a:lnTo>
                <a:lnTo>
                  <a:pt x="7592425" y="4895498"/>
                </a:lnTo>
                <a:lnTo>
                  <a:pt x="7591626" y="4888315"/>
                </a:lnTo>
                <a:lnTo>
                  <a:pt x="7591226" y="4881301"/>
                </a:lnTo>
                <a:lnTo>
                  <a:pt x="7591226" y="4866933"/>
                </a:lnTo>
                <a:lnTo>
                  <a:pt x="7591626" y="4838196"/>
                </a:lnTo>
                <a:lnTo>
                  <a:pt x="7591226" y="4823828"/>
                </a:lnTo>
                <a:lnTo>
                  <a:pt x="7590828" y="4816816"/>
                </a:lnTo>
                <a:lnTo>
                  <a:pt x="7590429" y="4809631"/>
                </a:lnTo>
                <a:lnTo>
                  <a:pt x="7590429" y="4801763"/>
                </a:lnTo>
                <a:lnTo>
                  <a:pt x="7589232" y="4766697"/>
                </a:lnTo>
                <a:lnTo>
                  <a:pt x="7588034" y="4749251"/>
                </a:lnTo>
                <a:lnTo>
                  <a:pt x="7587236" y="4740698"/>
                </a:lnTo>
                <a:lnTo>
                  <a:pt x="7586437" y="4731974"/>
                </a:lnTo>
                <a:lnTo>
                  <a:pt x="7586037" y="4728895"/>
                </a:lnTo>
                <a:lnTo>
                  <a:pt x="7586037" y="4725988"/>
                </a:lnTo>
                <a:lnTo>
                  <a:pt x="7586437" y="4722909"/>
                </a:lnTo>
                <a:lnTo>
                  <a:pt x="7587236" y="4720343"/>
                </a:lnTo>
                <a:lnTo>
                  <a:pt x="7588432" y="4717948"/>
                </a:lnTo>
                <a:lnTo>
                  <a:pt x="7590030" y="4715724"/>
                </a:lnTo>
                <a:lnTo>
                  <a:pt x="7592425" y="4713672"/>
                </a:lnTo>
                <a:lnTo>
                  <a:pt x="7594820" y="4711962"/>
                </a:lnTo>
                <a:lnTo>
                  <a:pt x="7598411" y="4710080"/>
                </a:lnTo>
                <a:lnTo>
                  <a:pt x="7602005" y="4708711"/>
                </a:lnTo>
                <a:lnTo>
                  <a:pt x="7606396" y="4707515"/>
                </a:lnTo>
                <a:lnTo>
                  <a:pt x="7611585" y="4706660"/>
                </a:lnTo>
                <a:lnTo>
                  <a:pt x="7617572" y="4705975"/>
                </a:lnTo>
                <a:lnTo>
                  <a:pt x="7624358" y="4705462"/>
                </a:lnTo>
                <a:lnTo>
                  <a:pt x="7631544" y="4705291"/>
                </a:lnTo>
                <a:lnTo>
                  <a:pt x="7639527" y="4705462"/>
                </a:lnTo>
                <a:lnTo>
                  <a:pt x="7623560" y="4701186"/>
                </a:lnTo>
                <a:lnTo>
                  <a:pt x="7617970" y="4701015"/>
                </a:lnTo>
                <a:lnTo>
                  <a:pt x="7612783" y="4700844"/>
                </a:lnTo>
                <a:lnTo>
                  <a:pt x="7608391" y="4700502"/>
                </a:lnTo>
                <a:lnTo>
                  <a:pt x="7604400" y="4700159"/>
                </a:lnTo>
                <a:lnTo>
                  <a:pt x="7600806" y="4699646"/>
                </a:lnTo>
                <a:lnTo>
                  <a:pt x="7597614" y="4699133"/>
                </a:lnTo>
                <a:lnTo>
                  <a:pt x="7595219" y="4698449"/>
                </a:lnTo>
                <a:lnTo>
                  <a:pt x="7592824" y="4697593"/>
                </a:lnTo>
                <a:lnTo>
                  <a:pt x="7591226" y="4696739"/>
                </a:lnTo>
                <a:lnTo>
                  <a:pt x="7589631" y="4695711"/>
                </a:lnTo>
                <a:lnTo>
                  <a:pt x="7588432" y="4694856"/>
                </a:lnTo>
                <a:lnTo>
                  <a:pt x="7587236" y="4693831"/>
                </a:lnTo>
                <a:lnTo>
                  <a:pt x="7586837" y="4692804"/>
                </a:lnTo>
                <a:lnTo>
                  <a:pt x="7586437" y="4691607"/>
                </a:lnTo>
                <a:lnTo>
                  <a:pt x="7586037" y="4689383"/>
                </a:lnTo>
                <a:lnTo>
                  <a:pt x="7586437" y="4686817"/>
                </a:lnTo>
                <a:lnTo>
                  <a:pt x="7587236" y="4684422"/>
                </a:lnTo>
                <a:lnTo>
                  <a:pt x="7589232" y="4678949"/>
                </a:lnTo>
                <a:lnTo>
                  <a:pt x="7590030" y="4676554"/>
                </a:lnTo>
                <a:lnTo>
                  <a:pt x="7590429" y="4673988"/>
                </a:lnTo>
                <a:lnTo>
                  <a:pt x="7590030" y="4671765"/>
                </a:lnTo>
                <a:lnTo>
                  <a:pt x="7589631" y="4670567"/>
                </a:lnTo>
                <a:lnTo>
                  <a:pt x="7589232" y="4669542"/>
                </a:lnTo>
                <a:lnTo>
                  <a:pt x="7586037" y="4653975"/>
                </a:lnTo>
                <a:lnTo>
                  <a:pt x="7581247" y="4656370"/>
                </a:lnTo>
                <a:lnTo>
                  <a:pt x="7576058" y="4658594"/>
                </a:lnTo>
                <a:lnTo>
                  <a:pt x="7572067" y="4660989"/>
                </a:lnTo>
                <a:lnTo>
                  <a:pt x="7568475" y="4663383"/>
                </a:lnTo>
                <a:lnTo>
                  <a:pt x="7564881" y="4665778"/>
                </a:lnTo>
                <a:lnTo>
                  <a:pt x="7561687" y="4668344"/>
                </a:lnTo>
                <a:lnTo>
                  <a:pt x="7558894" y="4671080"/>
                </a:lnTo>
                <a:lnTo>
                  <a:pt x="7556499" y="4673647"/>
                </a:lnTo>
                <a:lnTo>
                  <a:pt x="7554103" y="4676212"/>
                </a:lnTo>
                <a:lnTo>
                  <a:pt x="7552108" y="4678949"/>
                </a:lnTo>
                <a:lnTo>
                  <a:pt x="7548517" y="4684422"/>
                </a:lnTo>
                <a:lnTo>
                  <a:pt x="7545322" y="4690067"/>
                </a:lnTo>
                <a:lnTo>
                  <a:pt x="7542528" y="4695541"/>
                </a:lnTo>
                <a:lnTo>
                  <a:pt x="7538137" y="4707001"/>
                </a:lnTo>
                <a:lnTo>
                  <a:pt x="7535742" y="4712646"/>
                </a:lnTo>
                <a:lnTo>
                  <a:pt x="7532949" y="4718290"/>
                </a:lnTo>
                <a:lnTo>
                  <a:pt x="7529754" y="4723764"/>
                </a:lnTo>
                <a:lnTo>
                  <a:pt x="7525763" y="4729238"/>
                </a:lnTo>
                <a:lnTo>
                  <a:pt x="7523368" y="4731803"/>
                </a:lnTo>
                <a:lnTo>
                  <a:pt x="7520573" y="4734369"/>
                </a:lnTo>
                <a:lnTo>
                  <a:pt x="7517779" y="4736935"/>
                </a:lnTo>
                <a:lnTo>
                  <a:pt x="7514188" y="4739672"/>
                </a:lnTo>
                <a:lnTo>
                  <a:pt x="7512990" y="4742921"/>
                </a:lnTo>
                <a:lnTo>
                  <a:pt x="7511393" y="4746172"/>
                </a:lnTo>
                <a:lnTo>
                  <a:pt x="7509397" y="4749421"/>
                </a:lnTo>
                <a:lnTo>
                  <a:pt x="7507002" y="4752501"/>
                </a:lnTo>
                <a:lnTo>
                  <a:pt x="7504607" y="4755750"/>
                </a:lnTo>
                <a:lnTo>
                  <a:pt x="7501812" y="4758658"/>
                </a:lnTo>
                <a:lnTo>
                  <a:pt x="7498619" y="4761566"/>
                </a:lnTo>
                <a:lnTo>
                  <a:pt x="7495426" y="4764474"/>
                </a:lnTo>
                <a:lnTo>
                  <a:pt x="7491834" y="4767382"/>
                </a:lnTo>
                <a:lnTo>
                  <a:pt x="7488240" y="4770289"/>
                </a:lnTo>
                <a:lnTo>
                  <a:pt x="7479459" y="4775764"/>
                </a:lnTo>
                <a:lnTo>
                  <a:pt x="7470677" y="4781066"/>
                </a:lnTo>
                <a:lnTo>
                  <a:pt x="7461097" y="4786369"/>
                </a:lnTo>
                <a:lnTo>
                  <a:pt x="7455908" y="4787566"/>
                </a:lnTo>
                <a:lnTo>
                  <a:pt x="7451117" y="4788592"/>
                </a:lnTo>
                <a:lnTo>
                  <a:pt x="7445529" y="4789447"/>
                </a:lnTo>
                <a:lnTo>
                  <a:pt x="7440340" y="4790132"/>
                </a:lnTo>
                <a:lnTo>
                  <a:pt x="7435151" y="4790645"/>
                </a:lnTo>
                <a:lnTo>
                  <a:pt x="7430360" y="4791158"/>
                </a:lnTo>
                <a:lnTo>
                  <a:pt x="7425172" y="4791500"/>
                </a:lnTo>
                <a:lnTo>
                  <a:pt x="7419982" y="4791671"/>
                </a:lnTo>
                <a:lnTo>
                  <a:pt x="7409603" y="4791842"/>
                </a:lnTo>
                <a:lnTo>
                  <a:pt x="7399624" y="4791671"/>
                </a:lnTo>
                <a:lnTo>
                  <a:pt x="7389645" y="4791158"/>
                </a:lnTo>
                <a:lnTo>
                  <a:pt x="7379267" y="4790645"/>
                </a:lnTo>
                <a:lnTo>
                  <a:pt x="7369287" y="4789789"/>
                </a:lnTo>
                <a:lnTo>
                  <a:pt x="7358909" y="4788763"/>
                </a:lnTo>
                <a:lnTo>
                  <a:pt x="7338551" y="4786882"/>
                </a:lnTo>
                <a:lnTo>
                  <a:pt x="7328571" y="4786027"/>
                </a:lnTo>
                <a:lnTo>
                  <a:pt x="7318194" y="4785342"/>
                </a:lnTo>
                <a:lnTo>
                  <a:pt x="7308214" y="4784829"/>
                </a:lnTo>
                <a:lnTo>
                  <a:pt x="7297836" y="4784658"/>
                </a:lnTo>
                <a:lnTo>
                  <a:pt x="7287456" y="4785171"/>
                </a:lnTo>
                <a:lnTo>
                  <a:pt x="7276679" y="4785513"/>
                </a:lnTo>
                <a:lnTo>
                  <a:pt x="7265902" y="4785513"/>
                </a:lnTo>
                <a:lnTo>
                  <a:pt x="7255124" y="4785342"/>
                </a:lnTo>
                <a:lnTo>
                  <a:pt x="7243549" y="4784829"/>
                </a:lnTo>
                <a:lnTo>
                  <a:pt x="7232372" y="4784144"/>
                </a:lnTo>
                <a:lnTo>
                  <a:pt x="7221595" y="4783289"/>
                </a:lnTo>
                <a:lnTo>
                  <a:pt x="7210018" y="4782092"/>
                </a:lnTo>
                <a:lnTo>
                  <a:pt x="7198840" y="4780553"/>
                </a:lnTo>
                <a:lnTo>
                  <a:pt x="7187266" y="4779013"/>
                </a:lnTo>
                <a:lnTo>
                  <a:pt x="7176487" y="4777303"/>
                </a:lnTo>
                <a:lnTo>
                  <a:pt x="7165710" y="4775421"/>
                </a:lnTo>
                <a:lnTo>
                  <a:pt x="7154533" y="4773369"/>
                </a:lnTo>
                <a:lnTo>
                  <a:pt x="7143756" y="4771144"/>
                </a:lnTo>
                <a:lnTo>
                  <a:pt x="7133377" y="4768751"/>
                </a:lnTo>
                <a:lnTo>
                  <a:pt x="7123399" y="4765843"/>
                </a:lnTo>
                <a:lnTo>
                  <a:pt x="7113018" y="4763105"/>
                </a:lnTo>
                <a:lnTo>
                  <a:pt x="7103039" y="4760369"/>
                </a:lnTo>
                <a:lnTo>
                  <a:pt x="7093459" y="4757290"/>
                </a:lnTo>
                <a:lnTo>
                  <a:pt x="7084278" y="4754211"/>
                </a:lnTo>
                <a:lnTo>
                  <a:pt x="7075098" y="4750790"/>
                </a:lnTo>
                <a:lnTo>
                  <a:pt x="7066715" y="4747369"/>
                </a:lnTo>
                <a:lnTo>
                  <a:pt x="7058731" y="4743948"/>
                </a:lnTo>
                <a:lnTo>
                  <a:pt x="7050748" y="4740356"/>
                </a:lnTo>
                <a:lnTo>
                  <a:pt x="7043563" y="4736422"/>
                </a:lnTo>
                <a:lnTo>
                  <a:pt x="7036777" y="4732659"/>
                </a:lnTo>
                <a:lnTo>
                  <a:pt x="7030391" y="4728895"/>
                </a:lnTo>
                <a:lnTo>
                  <a:pt x="7024402" y="4724790"/>
                </a:lnTo>
                <a:lnTo>
                  <a:pt x="7019214" y="4720856"/>
                </a:lnTo>
                <a:lnTo>
                  <a:pt x="7014823" y="4716751"/>
                </a:lnTo>
                <a:lnTo>
                  <a:pt x="7010832" y="4712646"/>
                </a:lnTo>
                <a:lnTo>
                  <a:pt x="7007238" y="4708370"/>
                </a:lnTo>
                <a:lnTo>
                  <a:pt x="7004843" y="4707001"/>
                </a:lnTo>
                <a:lnTo>
                  <a:pt x="7003246" y="4705462"/>
                </a:lnTo>
                <a:lnTo>
                  <a:pt x="7002847" y="4703922"/>
                </a:lnTo>
                <a:lnTo>
                  <a:pt x="7003246" y="4702212"/>
                </a:lnTo>
                <a:lnTo>
                  <a:pt x="6999655" y="4699988"/>
                </a:lnTo>
                <a:lnTo>
                  <a:pt x="6996461" y="4697422"/>
                </a:lnTo>
                <a:lnTo>
                  <a:pt x="6994066" y="4694856"/>
                </a:lnTo>
                <a:lnTo>
                  <a:pt x="6992071" y="4692120"/>
                </a:lnTo>
                <a:lnTo>
                  <a:pt x="6990473" y="4689383"/>
                </a:lnTo>
                <a:lnTo>
                  <a:pt x="6989675" y="4686646"/>
                </a:lnTo>
                <a:lnTo>
                  <a:pt x="6988077" y="4680489"/>
                </a:lnTo>
                <a:lnTo>
                  <a:pt x="6986481" y="4674331"/>
                </a:lnTo>
                <a:lnTo>
                  <a:pt x="6985682" y="4670909"/>
                </a:lnTo>
                <a:lnTo>
                  <a:pt x="6984486" y="4667318"/>
                </a:lnTo>
                <a:lnTo>
                  <a:pt x="6982889" y="4663896"/>
                </a:lnTo>
                <a:lnTo>
                  <a:pt x="6980893" y="4660305"/>
                </a:lnTo>
                <a:lnTo>
                  <a:pt x="6978099" y="4656713"/>
                </a:lnTo>
                <a:lnTo>
                  <a:pt x="6974906" y="4652607"/>
                </a:lnTo>
                <a:lnTo>
                  <a:pt x="6970116" y="4661502"/>
                </a:lnTo>
                <a:lnTo>
                  <a:pt x="6965725" y="4670226"/>
                </a:lnTo>
                <a:lnTo>
                  <a:pt x="6956943" y="4687159"/>
                </a:lnTo>
                <a:lnTo>
                  <a:pt x="6948958" y="4703580"/>
                </a:lnTo>
                <a:lnTo>
                  <a:pt x="6941374" y="4719488"/>
                </a:lnTo>
                <a:lnTo>
                  <a:pt x="6937384" y="4727356"/>
                </a:lnTo>
                <a:lnTo>
                  <a:pt x="6932993" y="4735054"/>
                </a:lnTo>
                <a:lnTo>
                  <a:pt x="6928203" y="4742751"/>
                </a:lnTo>
                <a:lnTo>
                  <a:pt x="6923013" y="4750276"/>
                </a:lnTo>
                <a:lnTo>
                  <a:pt x="6917824" y="4757632"/>
                </a:lnTo>
                <a:lnTo>
                  <a:pt x="6912235" y="4764987"/>
                </a:lnTo>
                <a:lnTo>
                  <a:pt x="6905849" y="4772342"/>
                </a:lnTo>
                <a:lnTo>
                  <a:pt x="6899063" y="4779355"/>
                </a:lnTo>
                <a:lnTo>
                  <a:pt x="6808052" y="4934840"/>
                </a:lnTo>
                <a:lnTo>
                  <a:pt x="6808451" y="4934840"/>
                </a:lnTo>
                <a:lnTo>
                  <a:pt x="6806853" y="4940485"/>
                </a:lnTo>
                <a:lnTo>
                  <a:pt x="6805258" y="4946130"/>
                </a:lnTo>
                <a:lnTo>
                  <a:pt x="6800867" y="4957248"/>
                </a:lnTo>
                <a:lnTo>
                  <a:pt x="6795678" y="4968366"/>
                </a:lnTo>
                <a:lnTo>
                  <a:pt x="6789689" y="4979143"/>
                </a:lnTo>
                <a:lnTo>
                  <a:pt x="6783303" y="4989918"/>
                </a:lnTo>
                <a:lnTo>
                  <a:pt x="6776118" y="5000695"/>
                </a:lnTo>
                <a:lnTo>
                  <a:pt x="6768134" y="5011299"/>
                </a:lnTo>
                <a:lnTo>
                  <a:pt x="6759354" y="5021733"/>
                </a:lnTo>
                <a:lnTo>
                  <a:pt x="6750570" y="5032167"/>
                </a:lnTo>
                <a:lnTo>
                  <a:pt x="6741390" y="5042601"/>
                </a:lnTo>
                <a:lnTo>
                  <a:pt x="6731410" y="5053035"/>
                </a:lnTo>
                <a:lnTo>
                  <a:pt x="6721431" y="5063299"/>
                </a:lnTo>
                <a:lnTo>
                  <a:pt x="6700675" y="5083995"/>
                </a:lnTo>
                <a:lnTo>
                  <a:pt x="6679118" y="5104351"/>
                </a:lnTo>
                <a:lnTo>
                  <a:pt x="6677122" y="5106232"/>
                </a:lnTo>
                <a:lnTo>
                  <a:pt x="6674727" y="5108114"/>
                </a:lnTo>
                <a:lnTo>
                  <a:pt x="6672333" y="5109311"/>
                </a:lnTo>
                <a:lnTo>
                  <a:pt x="6670337" y="5110337"/>
                </a:lnTo>
                <a:lnTo>
                  <a:pt x="6667942" y="5111192"/>
                </a:lnTo>
                <a:lnTo>
                  <a:pt x="6664749" y="5111706"/>
                </a:lnTo>
                <a:lnTo>
                  <a:pt x="6662354" y="5112048"/>
                </a:lnTo>
                <a:lnTo>
                  <a:pt x="6659957" y="5112219"/>
                </a:lnTo>
                <a:lnTo>
                  <a:pt x="6657563" y="5112390"/>
                </a:lnTo>
                <a:lnTo>
                  <a:pt x="6654769" y="5112390"/>
                </a:lnTo>
                <a:lnTo>
                  <a:pt x="6649580" y="5112048"/>
                </a:lnTo>
                <a:lnTo>
                  <a:pt x="6643593" y="5111706"/>
                </a:lnTo>
                <a:lnTo>
                  <a:pt x="6638003" y="5111535"/>
                </a:lnTo>
                <a:lnTo>
                  <a:pt x="6611659" y="5111706"/>
                </a:lnTo>
                <a:lnTo>
                  <a:pt x="6585713" y="5112048"/>
                </a:lnTo>
                <a:lnTo>
                  <a:pt x="6533821" y="5112732"/>
                </a:lnTo>
                <a:lnTo>
                  <a:pt x="6510668" y="5113587"/>
                </a:lnTo>
                <a:lnTo>
                  <a:pt x="6498693" y="5114100"/>
                </a:lnTo>
                <a:lnTo>
                  <a:pt x="6487118" y="5114614"/>
                </a:lnTo>
                <a:lnTo>
                  <a:pt x="6475541" y="5114785"/>
                </a:lnTo>
                <a:lnTo>
                  <a:pt x="6463964" y="5114785"/>
                </a:lnTo>
                <a:lnTo>
                  <a:pt x="6453188" y="5114614"/>
                </a:lnTo>
                <a:lnTo>
                  <a:pt x="6442410" y="5113930"/>
                </a:lnTo>
                <a:lnTo>
                  <a:pt x="6436821" y="5113587"/>
                </a:lnTo>
                <a:lnTo>
                  <a:pt x="6431633" y="5112903"/>
                </a:lnTo>
                <a:lnTo>
                  <a:pt x="6426443" y="5112219"/>
                </a:lnTo>
                <a:lnTo>
                  <a:pt x="6421653" y="5111535"/>
                </a:lnTo>
                <a:lnTo>
                  <a:pt x="6416464" y="5110509"/>
                </a:lnTo>
                <a:lnTo>
                  <a:pt x="6411674" y="5109482"/>
                </a:lnTo>
                <a:lnTo>
                  <a:pt x="6407282" y="5108285"/>
                </a:lnTo>
                <a:lnTo>
                  <a:pt x="6402492" y="5106916"/>
                </a:lnTo>
                <a:lnTo>
                  <a:pt x="6398103" y="5105206"/>
                </a:lnTo>
                <a:lnTo>
                  <a:pt x="6393711" y="5103496"/>
                </a:lnTo>
                <a:lnTo>
                  <a:pt x="6389719" y="5101614"/>
                </a:lnTo>
                <a:lnTo>
                  <a:pt x="6385726" y="5099561"/>
                </a:lnTo>
                <a:lnTo>
                  <a:pt x="6381736" y="5097338"/>
                </a:lnTo>
                <a:lnTo>
                  <a:pt x="6378142" y="5094772"/>
                </a:lnTo>
                <a:lnTo>
                  <a:pt x="6374551" y="5091864"/>
                </a:lnTo>
                <a:lnTo>
                  <a:pt x="6370959" y="5089127"/>
                </a:lnTo>
                <a:lnTo>
                  <a:pt x="6367765" y="5089127"/>
                </a:lnTo>
                <a:lnTo>
                  <a:pt x="6364172" y="5089469"/>
                </a:lnTo>
                <a:lnTo>
                  <a:pt x="6360979" y="5089811"/>
                </a:lnTo>
                <a:lnTo>
                  <a:pt x="6357387" y="5090325"/>
                </a:lnTo>
                <a:lnTo>
                  <a:pt x="6350998" y="5091522"/>
                </a:lnTo>
                <a:lnTo>
                  <a:pt x="6344613" y="5093061"/>
                </a:lnTo>
                <a:lnTo>
                  <a:pt x="6337827" y="5094772"/>
                </a:lnTo>
                <a:lnTo>
                  <a:pt x="6331839" y="5096482"/>
                </a:lnTo>
                <a:lnTo>
                  <a:pt x="6325453" y="5098192"/>
                </a:lnTo>
                <a:lnTo>
                  <a:pt x="6319066" y="5099733"/>
                </a:lnTo>
                <a:lnTo>
                  <a:pt x="6312679" y="5101101"/>
                </a:lnTo>
                <a:lnTo>
                  <a:pt x="6305893" y="5102298"/>
                </a:lnTo>
                <a:lnTo>
                  <a:pt x="6302300" y="5102641"/>
                </a:lnTo>
                <a:lnTo>
                  <a:pt x="6299107" y="5102982"/>
                </a:lnTo>
                <a:lnTo>
                  <a:pt x="6295515" y="5103153"/>
                </a:lnTo>
                <a:lnTo>
                  <a:pt x="6292320" y="5103325"/>
                </a:lnTo>
                <a:lnTo>
                  <a:pt x="6288728" y="5103153"/>
                </a:lnTo>
                <a:lnTo>
                  <a:pt x="6285136" y="5102982"/>
                </a:lnTo>
                <a:lnTo>
                  <a:pt x="6281544" y="5102641"/>
                </a:lnTo>
                <a:lnTo>
                  <a:pt x="6277552" y="5102128"/>
                </a:lnTo>
                <a:lnTo>
                  <a:pt x="6273560" y="5101443"/>
                </a:lnTo>
                <a:lnTo>
                  <a:pt x="6269568" y="5100417"/>
                </a:lnTo>
                <a:lnTo>
                  <a:pt x="6265577" y="5099390"/>
                </a:lnTo>
                <a:lnTo>
                  <a:pt x="6261585" y="5098023"/>
                </a:lnTo>
                <a:lnTo>
                  <a:pt x="6255998" y="5099733"/>
                </a:lnTo>
                <a:lnTo>
                  <a:pt x="6250009" y="5101443"/>
                </a:lnTo>
                <a:lnTo>
                  <a:pt x="6247215" y="5102298"/>
                </a:lnTo>
                <a:lnTo>
                  <a:pt x="6244820" y="5103325"/>
                </a:lnTo>
                <a:lnTo>
                  <a:pt x="6242824" y="5104351"/>
                </a:lnTo>
                <a:lnTo>
                  <a:pt x="6241627" y="5105377"/>
                </a:lnTo>
                <a:lnTo>
                  <a:pt x="6230450" y="5116838"/>
                </a:lnTo>
                <a:lnTo>
                  <a:pt x="6220471" y="5126758"/>
                </a:lnTo>
                <a:lnTo>
                  <a:pt x="6211689" y="5135482"/>
                </a:lnTo>
                <a:lnTo>
                  <a:pt x="6202908" y="5142665"/>
                </a:lnTo>
                <a:lnTo>
                  <a:pt x="6198915" y="5145916"/>
                </a:lnTo>
                <a:lnTo>
                  <a:pt x="6194923" y="5148824"/>
                </a:lnTo>
                <a:lnTo>
                  <a:pt x="6190931" y="5151732"/>
                </a:lnTo>
                <a:lnTo>
                  <a:pt x="6186540" y="5154126"/>
                </a:lnTo>
                <a:lnTo>
                  <a:pt x="6182149" y="5156350"/>
                </a:lnTo>
                <a:lnTo>
                  <a:pt x="6177759" y="5158231"/>
                </a:lnTo>
                <a:lnTo>
                  <a:pt x="6172570" y="5159942"/>
                </a:lnTo>
                <a:lnTo>
                  <a:pt x="6167780" y="5161481"/>
                </a:lnTo>
                <a:lnTo>
                  <a:pt x="6162590" y="5162850"/>
                </a:lnTo>
                <a:lnTo>
                  <a:pt x="6157401" y="5164218"/>
                </a:lnTo>
                <a:lnTo>
                  <a:pt x="6151414" y="5165244"/>
                </a:lnTo>
                <a:lnTo>
                  <a:pt x="6145425" y="5165929"/>
                </a:lnTo>
                <a:lnTo>
                  <a:pt x="6138240" y="5166613"/>
                </a:lnTo>
                <a:lnTo>
                  <a:pt x="6131056" y="5167127"/>
                </a:lnTo>
                <a:lnTo>
                  <a:pt x="6123472" y="5167640"/>
                </a:lnTo>
                <a:lnTo>
                  <a:pt x="6115487" y="5167810"/>
                </a:lnTo>
                <a:lnTo>
                  <a:pt x="6106308" y="5167981"/>
                </a:lnTo>
                <a:lnTo>
                  <a:pt x="6097126" y="5168153"/>
                </a:lnTo>
                <a:lnTo>
                  <a:pt x="6095684" y="5168141"/>
                </a:lnTo>
                <a:lnTo>
                  <a:pt x="6095684" y="5446739"/>
                </a:lnTo>
                <a:lnTo>
                  <a:pt x="6094968" y="5447477"/>
                </a:lnTo>
                <a:lnTo>
                  <a:pt x="6092246" y="5450084"/>
                </a:lnTo>
                <a:lnTo>
                  <a:pt x="5683209" y="5450084"/>
                </a:lnTo>
                <a:lnTo>
                  <a:pt x="5680628" y="5448504"/>
                </a:lnTo>
                <a:lnTo>
                  <a:pt x="5677435" y="5446964"/>
                </a:lnTo>
                <a:lnTo>
                  <a:pt x="5673841" y="5445424"/>
                </a:lnTo>
                <a:lnTo>
                  <a:pt x="5669850" y="5444056"/>
                </a:lnTo>
                <a:lnTo>
                  <a:pt x="5661070" y="5441491"/>
                </a:lnTo>
                <a:lnTo>
                  <a:pt x="5651887" y="5438924"/>
                </a:lnTo>
                <a:lnTo>
                  <a:pt x="5642307" y="5436359"/>
                </a:lnTo>
                <a:lnTo>
                  <a:pt x="5633525" y="5433794"/>
                </a:lnTo>
                <a:lnTo>
                  <a:pt x="5629134" y="5432424"/>
                </a:lnTo>
                <a:lnTo>
                  <a:pt x="5625145" y="5430714"/>
                </a:lnTo>
                <a:lnTo>
                  <a:pt x="5621550" y="5429175"/>
                </a:lnTo>
                <a:lnTo>
                  <a:pt x="5618357" y="5427635"/>
                </a:lnTo>
                <a:lnTo>
                  <a:pt x="5615962" y="5425753"/>
                </a:lnTo>
                <a:lnTo>
                  <a:pt x="5613566" y="5423872"/>
                </a:lnTo>
                <a:lnTo>
                  <a:pt x="5611970" y="5421991"/>
                </a:lnTo>
                <a:lnTo>
                  <a:pt x="5611171" y="5419767"/>
                </a:lnTo>
                <a:lnTo>
                  <a:pt x="5610772" y="5417372"/>
                </a:lnTo>
                <a:lnTo>
                  <a:pt x="5611171" y="5414807"/>
                </a:lnTo>
                <a:lnTo>
                  <a:pt x="5612369" y="5412070"/>
                </a:lnTo>
                <a:lnTo>
                  <a:pt x="5614764" y="5409333"/>
                </a:lnTo>
                <a:lnTo>
                  <a:pt x="5609576" y="5398556"/>
                </a:lnTo>
                <a:lnTo>
                  <a:pt x="5605583" y="5387952"/>
                </a:lnTo>
                <a:lnTo>
                  <a:pt x="5601592" y="5377518"/>
                </a:lnTo>
                <a:lnTo>
                  <a:pt x="5598398" y="5366742"/>
                </a:lnTo>
                <a:lnTo>
                  <a:pt x="5596003" y="5356136"/>
                </a:lnTo>
                <a:lnTo>
                  <a:pt x="5595204" y="5350834"/>
                </a:lnTo>
                <a:lnTo>
                  <a:pt x="5594805" y="5345361"/>
                </a:lnTo>
                <a:lnTo>
                  <a:pt x="5594406" y="5340058"/>
                </a:lnTo>
                <a:lnTo>
                  <a:pt x="5594406" y="5334584"/>
                </a:lnTo>
                <a:lnTo>
                  <a:pt x="5594805" y="5329111"/>
                </a:lnTo>
                <a:lnTo>
                  <a:pt x="5595204" y="5323808"/>
                </a:lnTo>
                <a:lnTo>
                  <a:pt x="5592011" y="5312689"/>
                </a:lnTo>
                <a:lnTo>
                  <a:pt x="5589218" y="5301571"/>
                </a:lnTo>
                <a:lnTo>
                  <a:pt x="5586822" y="5290625"/>
                </a:lnTo>
                <a:lnTo>
                  <a:pt x="5585226" y="5279506"/>
                </a:lnTo>
                <a:lnTo>
                  <a:pt x="5583630" y="5268388"/>
                </a:lnTo>
                <a:lnTo>
                  <a:pt x="5582433" y="5257270"/>
                </a:lnTo>
                <a:lnTo>
                  <a:pt x="5582033" y="5246152"/>
                </a:lnTo>
                <a:lnTo>
                  <a:pt x="5581234" y="5235204"/>
                </a:lnTo>
                <a:lnTo>
                  <a:pt x="5580437" y="5212967"/>
                </a:lnTo>
                <a:lnTo>
                  <a:pt x="5580037" y="5190560"/>
                </a:lnTo>
                <a:lnTo>
                  <a:pt x="5579237" y="5168494"/>
                </a:lnTo>
                <a:lnTo>
                  <a:pt x="5578439" y="5157376"/>
                </a:lnTo>
                <a:lnTo>
                  <a:pt x="5577242" y="5146087"/>
                </a:lnTo>
                <a:lnTo>
                  <a:pt x="5560476" y="4918590"/>
                </a:lnTo>
                <a:lnTo>
                  <a:pt x="5542514" y="4918420"/>
                </a:lnTo>
                <a:lnTo>
                  <a:pt x="5534530" y="4933471"/>
                </a:lnTo>
                <a:lnTo>
                  <a:pt x="5526547" y="4948695"/>
                </a:lnTo>
                <a:lnTo>
                  <a:pt x="5519362" y="4963748"/>
                </a:lnTo>
                <a:lnTo>
                  <a:pt x="5512178" y="4978971"/>
                </a:lnTo>
                <a:lnTo>
                  <a:pt x="5483837" y="5039694"/>
                </a:lnTo>
                <a:lnTo>
                  <a:pt x="5476651" y="5054917"/>
                </a:lnTo>
                <a:lnTo>
                  <a:pt x="5469466" y="5069969"/>
                </a:lnTo>
                <a:lnTo>
                  <a:pt x="5461083" y="5085193"/>
                </a:lnTo>
                <a:lnTo>
                  <a:pt x="5453099" y="5100245"/>
                </a:lnTo>
                <a:lnTo>
                  <a:pt x="5444716" y="5115127"/>
                </a:lnTo>
                <a:lnTo>
                  <a:pt x="5435138" y="5130179"/>
                </a:lnTo>
                <a:lnTo>
                  <a:pt x="5425157" y="5145061"/>
                </a:lnTo>
                <a:lnTo>
                  <a:pt x="5414780" y="5159942"/>
                </a:lnTo>
                <a:lnTo>
                  <a:pt x="5415977" y="5166271"/>
                </a:lnTo>
                <a:lnTo>
                  <a:pt x="5416377" y="5172257"/>
                </a:lnTo>
                <a:lnTo>
                  <a:pt x="5415977" y="5178587"/>
                </a:lnTo>
                <a:lnTo>
                  <a:pt x="5414380" y="5184573"/>
                </a:lnTo>
                <a:lnTo>
                  <a:pt x="5412385" y="5190560"/>
                </a:lnTo>
                <a:lnTo>
                  <a:pt x="5409590" y="5196718"/>
                </a:lnTo>
                <a:lnTo>
                  <a:pt x="5405598" y="5202704"/>
                </a:lnTo>
                <a:lnTo>
                  <a:pt x="5400010" y="5208691"/>
                </a:lnTo>
                <a:lnTo>
                  <a:pt x="5400408" y="5210915"/>
                </a:lnTo>
                <a:lnTo>
                  <a:pt x="5400408" y="5213139"/>
                </a:lnTo>
                <a:lnTo>
                  <a:pt x="5400010" y="5215192"/>
                </a:lnTo>
                <a:lnTo>
                  <a:pt x="5399610" y="5217414"/>
                </a:lnTo>
                <a:lnTo>
                  <a:pt x="5398413" y="5219467"/>
                </a:lnTo>
                <a:lnTo>
                  <a:pt x="5397216" y="5221521"/>
                </a:lnTo>
                <a:lnTo>
                  <a:pt x="5395620" y="5223573"/>
                </a:lnTo>
                <a:lnTo>
                  <a:pt x="5394023" y="5225454"/>
                </a:lnTo>
                <a:lnTo>
                  <a:pt x="5390031" y="5229217"/>
                </a:lnTo>
                <a:lnTo>
                  <a:pt x="5385241" y="5232809"/>
                </a:lnTo>
                <a:lnTo>
                  <a:pt x="5380051" y="5236572"/>
                </a:lnTo>
                <a:lnTo>
                  <a:pt x="5374862" y="5240165"/>
                </a:lnTo>
                <a:lnTo>
                  <a:pt x="5368875" y="5243757"/>
                </a:lnTo>
                <a:lnTo>
                  <a:pt x="5363685" y="5247520"/>
                </a:lnTo>
                <a:lnTo>
                  <a:pt x="5358895" y="5251283"/>
                </a:lnTo>
                <a:lnTo>
                  <a:pt x="5354505" y="5255217"/>
                </a:lnTo>
                <a:lnTo>
                  <a:pt x="5351313" y="5259151"/>
                </a:lnTo>
                <a:lnTo>
                  <a:pt x="5349714" y="5261204"/>
                </a:lnTo>
                <a:lnTo>
                  <a:pt x="5348517" y="5263428"/>
                </a:lnTo>
                <a:lnTo>
                  <a:pt x="5347717" y="5265652"/>
                </a:lnTo>
                <a:lnTo>
                  <a:pt x="5346919" y="5267703"/>
                </a:lnTo>
                <a:lnTo>
                  <a:pt x="5346919" y="5270098"/>
                </a:lnTo>
                <a:lnTo>
                  <a:pt x="5346919" y="5272322"/>
                </a:lnTo>
                <a:lnTo>
                  <a:pt x="5346919" y="5274375"/>
                </a:lnTo>
                <a:lnTo>
                  <a:pt x="5346122" y="5276086"/>
                </a:lnTo>
                <a:lnTo>
                  <a:pt x="5344525" y="5277624"/>
                </a:lnTo>
                <a:lnTo>
                  <a:pt x="5342529" y="5278651"/>
                </a:lnTo>
                <a:lnTo>
                  <a:pt x="5339734" y="5279506"/>
                </a:lnTo>
                <a:lnTo>
                  <a:pt x="5336541" y="5279848"/>
                </a:lnTo>
                <a:lnTo>
                  <a:pt x="5333349" y="5280191"/>
                </a:lnTo>
                <a:lnTo>
                  <a:pt x="5329357" y="5280361"/>
                </a:lnTo>
                <a:lnTo>
                  <a:pt x="5325365" y="5280191"/>
                </a:lnTo>
                <a:lnTo>
                  <a:pt x="5321372" y="5280191"/>
                </a:lnTo>
                <a:lnTo>
                  <a:pt x="5312990" y="5279676"/>
                </a:lnTo>
                <a:lnTo>
                  <a:pt x="5304208" y="5279164"/>
                </a:lnTo>
                <a:lnTo>
                  <a:pt x="5296625" y="5278822"/>
                </a:lnTo>
                <a:lnTo>
                  <a:pt x="5245929" y="5278651"/>
                </a:lnTo>
                <a:lnTo>
                  <a:pt x="5194836" y="5278480"/>
                </a:lnTo>
                <a:lnTo>
                  <a:pt x="5092647" y="5278308"/>
                </a:lnTo>
                <a:lnTo>
                  <a:pt x="5095042" y="5283097"/>
                </a:lnTo>
                <a:lnTo>
                  <a:pt x="5095441" y="5285151"/>
                </a:lnTo>
                <a:lnTo>
                  <a:pt x="5095841" y="5287032"/>
                </a:lnTo>
                <a:lnTo>
                  <a:pt x="5095841" y="5288572"/>
                </a:lnTo>
                <a:lnTo>
                  <a:pt x="5095841" y="5290110"/>
                </a:lnTo>
                <a:lnTo>
                  <a:pt x="5095042" y="5291480"/>
                </a:lnTo>
                <a:lnTo>
                  <a:pt x="5094244" y="5292677"/>
                </a:lnTo>
                <a:lnTo>
                  <a:pt x="5093446" y="5293532"/>
                </a:lnTo>
                <a:lnTo>
                  <a:pt x="5091848" y="5294387"/>
                </a:lnTo>
                <a:lnTo>
                  <a:pt x="5090651" y="5295072"/>
                </a:lnTo>
                <a:lnTo>
                  <a:pt x="5089055" y="5295585"/>
                </a:lnTo>
                <a:lnTo>
                  <a:pt x="5087059" y="5295927"/>
                </a:lnTo>
                <a:lnTo>
                  <a:pt x="5085063" y="5296269"/>
                </a:lnTo>
                <a:lnTo>
                  <a:pt x="5083067" y="5296439"/>
                </a:lnTo>
                <a:lnTo>
                  <a:pt x="5080672" y="5296611"/>
                </a:lnTo>
                <a:lnTo>
                  <a:pt x="5075483" y="5296611"/>
                </a:lnTo>
                <a:lnTo>
                  <a:pt x="5069894" y="5296269"/>
                </a:lnTo>
                <a:lnTo>
                  <a:pt x="5064306" y="5295757"/>
                </a:lnTo>
                <a:lnTo>
                  <a:pt x="5058717" y="5295242"/>
                </a:lnTo>
                <a:lnTo>
                  <a:pt x="5047141" y="5294216"/>
                </a:lnTo>
                <a:lnTo>
                  <a:pt x="5041554" y="5293874"/>
                </a:lnTo>
                <a:lnTo>
                  <a:pt x="5036365" y="5293703"/>
                </a:lnTo>
                <a:lnTo>
                  <a:pt x="5022393" y="5294046"/>
                </a:lnTo>
                <a:lnTo>
                  <a:pt x="5008023" y="5294730"/>
                </a:lnTo>
                <a:lnTo>
                  <a:pt x="4993653" y="5295757"/>
                </a:lnTo>
                <a:lnTo>
                  <a:pt x="4979682" y="5296953"/>
                </a:lnTo>
                <a:lnTo>
                  <a:pt x="4950943" y="5299177"/>
                </a:lnTo>
                <a:lnTo>
                  <a:pt x="4936571" y="5300032"/>
                </a:lnTo>
                <a:lnTo>
                  <a:pt x="4922200" y="5300716"/>
                </a:lnTo>
                <a:lnTo>
                  <a:pt x="4915415" y="5300887"/>
                </a:lnTo>
                <a:lnTo>
                  <a:pt x="4907832" y="5301059"/>
                </a:lnTo>
                <a:lnTo>
                  <a:pt x="4901044" y="5301059"/>
                </a:lnTo>
                <a:lnTo>
                  <a:pt x="4894259" y="5300887"/>
                </a:lnTo>
                <a:lnTo>
                  <a:pt x="4887074" y="5300545"/>
                </a:lnTo>
                <a:lnTo>
                  <a:pt x="4879888" y="5300203"/>
                </a:lnTo>
                <a:lnTo>
                  <a:pt x="4873103" y="5299519"/>
                </a:lnTo>
                <a:lnTo>
                  <a:pt x="4866317" y="5298834"/>
                </a:lnTo>
                <a:lnTo>
                  <a:pt x="4859530" y="5297808"/>
                </a:lnTo>
                <a:lnTo>
                  <a:pt x="4852745" y="5296782"/>
                </a:lnTo>
                <a:lnTo>
                  <a:pt x="4845959" y="5295414"/>
                </a:lnTo>
                <a:lnTo>
                  <a:pt x="4839173" y="5293874"/>
                </a:lnTo>
                <a:lnTo>
                  <a:pt x="4832388" y="5291993"/>
                </a:lnTo>
                <a:lnTo>
                  <a:pt x="4826000" y="5289769"/>
                </a:lnTo>
                <a:lnTo>
                  <a:pt x="4819614" y="5287545"/>
                </a:lnTo>
                <a:lnTo>
                  <a:pt x="4812828" y="5284980"/>
                </a:lnTo>
                <a:lnTo>
                  <a:pt x="4784087" y="5275059"/>
                </a:lnTo>
                <a:lnTo>
                  <a:pt x="4776105" y="5276598"/>
                </a:lnTo>
                <a:lnTo>
                  <a:pt x="4768120" y="5277796"/>
                </a:lnTo>
                <a:lnTo>
                  <a:pt x="4760936" y="5278651"/>
                </a:lnTo>
                <a:lnTo>
                  <a:pt x="4753351" y="5279335"/>
                </a:lnTo>
                <a:lnTo>
                  <a:pt x="4745766" y="5279676"/>
                </a:lnTo>
                <a:lnTo>
                  <a:pt x="4738981" y="5280019"/>
                </a:lnTo>
                <a:lnTo>
                  <a:pt x="4732196" y="5280019"/>
                </a:lnTo>
                <a:lnTo>
                  <a:pt x="4725409" y="5279848"/>
                </a:lnTo>
                <a:lnTo>
                  <a:pt x="4719022" y="5279506"/>
                </a:lnTo>
                <a:lnTo>
                  <a:pt x="4712236" y="5278992"/>
                </a:lnTo>
                <a:lnTo>
                  <a:pt x="4706250" y="5278308"/>
                </a:lnTo>
                <a:lnTo>
                  <a:pt x="4700261" y="5277282"/>
                </a:lnTo>
                <a:lnTo>
                  <a:pt x="4694674" y="5275914"/>
                </a:lnTo>
                <a:lnTo>
                  <a:pt x="4689483" y="5274546"/>
                </a:lnTo>
                <a:lnTo>
                  <a:pt x="4683896" y="5273178"/>
                </a:lnTo>
                <a:lnTo>
                  <a:pt x="4678706" y="5271467"/>
                </a:lnTo>
                <a:lnTo>
                  <a:pt x="4674315" y="5269585"/>
                </a:lnTo>
                <a:lnTo>
                  <a:pt x="4669924" y="5267532"/>
                </a:lnTo>
                <a:lnTo>
                  <a:pt x="4665533" y="5265309"/>
                </a:lnTo>
                <a:lnTo>
                  <a:pt x="4661941" y="5262744"/>
                </a:lnTo>
                <a:lnTo>
                  <a:pt x="4658348" y="5260006"/>
                </a:lnTo>
                <a:lnTo>
                  <a:pt x="4654757" y="5257270"/>
                </a:lnTo>
                <a:lnTo>
                  <a:pt x="4651562" y="5254362"/>
                </a:lnTo>
                <a:lnTo>
                  <a:pt x="4648768" y="5251283"/>
                </a:lnTo>
                <a:lnTo>
                  <a:pt x="4646374" y="5247862"/>
                </a:lnTo>
                <a:lnTo>
                  <a:pt x="4644378" y="5244441"/>
                </a:lnTo>
                <a:lnTo>
                  <a:pt x="4642382" y="5241020"/>
                </a:lnTo>
                <a:lnTo>
                  <a:pt x="4640785" y="5237256"/>
                </a:lnTo>
                <a:lnTo>
                  <a:pt x="4639986" y="5233323"/>
                </a:lnTo>
                <a:lnTo>
                  <a:pt x="4639188" y="5229217"/>
                </a:lnTo>
                <a:lnTo>
                  <a:pt x="4638789" y="5225111"/>
                </a:lnTo>
                <a:lnTo>
                  <a:pt x="4638789" y="5220836"/>
                </a:lnTo>
                <a:lnTo>
                  <a:pt x="4636394" y="5217072"/>
                </a:lnTo>
                <a:lnTo>
                  <a:pt x="4633999" y="5213481"/>
                </a:lnTo>
                <a:lnTo>
                  <a:pt x="4632402" y="5209718"/>
                </a:lnTo>
                <a:lnTo>
                  <a:pt x="4631204" y="5206126"/>
                </a:lnTo>
                <a:lnTo>
                  <a:pt x="4630805" y="5202191"/>
                </a:lnTo>
                <a:lnTo>
                  <a:pt x="4631204" y="5198599"/>
                </a:lnTo>
                <a:lnTo>
                  <a:pt x="4631603" y="5196718"/>
                </a:lnTo>
                <a:lnTo>
                  <a:pt x="4632402" y="5194836"/>
                </a:lnTo>
                <a:lnTo>
                  <a:pt x="4633599" y="5192955"/>
                </a:lnTo>
                <a:lnTo>
                  <a:pt x="4634798" y="5190902"/>
                </a:lnTo>
                <a:lnTo>
                  <a:pt x="4631603" y="5187139"/>
                </a:lnTo>
                <a:lnTo>
                  <a:pt x="4628810" y="5183375"/>
                </a:lnTo>
                <a:lnTo>
                  <a:pt x="4627213" y="5179442"/>
                </a:lnTo>
                <a:lnTo>
                  <a:pt x="4626414" y="5177561"/>
                </a:lnTo>
                <a:lnTo>
                  <a:pt x="4626015" y="5175507"/>
                </a:lnTo>
                <a:lnTo>
                  <a:pt x="4625617" y="5173626"/>
                </a:lnTo>
                <a:lnTo>
                  <a:pt x="4626015" y="5171573"/>
                </a:lnTo>
                <a:lnTo>
                  <a:pt x="4626414" y="5169692"/>
                </a:lnTo>
                <a:lnTo>
                  <a:pt x="4626814" y="5167810"/>
                </a:lnTo>
                <a:lnTo>
                  <a:pt x="4628011" y="5165929"/>
                </a:lnTo>
                <a:lnTo>
                  <a:pt x="4629607" y="5163876"/>
                </a:lnTo>
                <a:lnTo>
                  <a:pt x="4631603" y="5161823"/>
                </a:lnTo>
                <a:lnTo>
                  <a:pt x="4633999" y="5159942"/>
                </a:lnTo>
                <a:lnTo>
                  <a:pt x="4615237" y="5113416"/>
                </a:lnTo>
                <a:lnTo>
                  <a:pt x="4606456" y="5113416"/>
                </a:lnTo>
                <a:lnTo>
                  <a:pt x="4597275" y="5113074"/>
                </a:lnTo>
                <a:lnTo>
                  <a:pt x="4525025" y="5237770"/>
                </a:lnTo>
                <a:lnTo>
                  <a:pt x="4518239" y="5247862"/>
                </a:lnTo>
                <a:lnTo>
                  <a:pt x="4512251" y="5258296"/>
                </a:lnTo>
                <a:lnTo>
                  <a:pt x="4500677" y="5278992"/>
                </a:lnTo>
                <a:lnTo>
                  <a:pt x="4489498" y="5299519"/>
                </a:lnTo>
                <a:lnTo>
                  <a:pt x="4477124" y="5320216"/>
                </a:lnTo>
                <a:lnTo>
                  <a:pt x="4471137" y="5330308"/>
                </a:lnTo>
                <a:lnTo>
                  <a:pt x="4464350" y="5340570"/>
                </a:lnTo>
                <a:lnTo>
                  <a:pt x="4457165" y="5350834"/>
                </a:lnTo>
                <a:lnTo>
                  <a:pt x="4449182" y="5360754"/>
                </a:lnTo>
                <a:lnTo>
                  <a:pt x="4441198" y="5370847"/>
                </a:lnTo>
                <a:lnTo>
                  <a:pt x="4432018" y="5380768"/>
                </a:lnTo>
                <a:lnTo>
                  <a:pt x="4422039" y="5390688"/>
                </a:lnTo>
                <a:lnTo>
                  <a:pt x="4411659" y="5400267"/>
                </a:lnTo>
                <a:lnTo>
                  <a:pt x="4409265" y="5405057"/>
                </a:lnTo>
                <a:lnTo>
                  <a:pt x="4406471" y="5409504"/>
                </a:lnTo>
                <a:lnTo>
                  <a:pt x="4403279" y="5413610"/>
                </a:lnTo>
                <a:lnTo>
                  <a:pt x="4399684" y="5417714"/>
                </a:lnTo>
                <a:lnTo>
                  <a:pt x="4395693" y="5421135"/>
                </a:lnTo>
                <a:lnTo>
                  <a:pt x="4391303" y="5424386"/>
                </a:lnTo>
                <a:lnTo>
                  <a:pt x="4388109" y="5425753"/>
                </a:lnTo>
                <a:lnTo>
                  <a:pt x="4385315" y="5427122"/>
                </a:lnTo>
                <a:lnTo>
                  <a:pt x="4382520" y="5428490"/>
                </a:lnTo>
                <a:lnTo>
                  <a:pt x="4379726" y="5429689"/>
                </a:lnTo>
                <a:lnTo>
                  <a:pt x="4376533" y="5430714"/>
                </a:lnTo>
                <a:lnTo>
                  <a:pt x="4372940" y="5431741"/>
                </a:lnTo>
                <a:lnTo>
                  <a:pt x="4369747" y="5432596"/>
                </a:lnTo>
                <a:lnTo>
                  <a:pt x="4365755" y="5433451"/>
                </a:lnTo>
                <a:lnTo>
                  <a:pt x="4361763" y="5433964"/>
                </a:lnTo>
                <a:lnTo>
                  <a:pt x="4357373" y="5434478"/>
                </a:lnTo>
                <a:lnTo>
                  <a:pt x="4352982" y="5434990"/>
                </a:lnTo>
                <a:lnTo>
                  <a:pt x="4348591" y="5435162"/>
                </a:lnTo>
                <a:lnTo>
                  <a:pt x="4343800" y="5435332"/>
                </a:lnTo>
                <a:lnTo>
                  <a:pt x="4338611" y="5435332"/>
                </a:lnTo>
                <a:lnTo>
                  <a:pt x="4333422" y="5435162"/>
                </a:lnTo>
                <a:lnTo>
                  <a:pt x="4327834" y="5434990"/>
                </a:lnTo>
                <a:lnTo>
                  <a:pt x="4321846" y="5434478"/>
                </a:lnTo>
                <a:lnTo>
                  <a:pt x="4315860" y="5433964"/>
                </a:lnTo>
                <a:lnTo>
                  <a:pt x="4309472" y="5433280"/>
                </a:lnTo>
                <a:lnTo>
                  <a:pt x="4303084" y="5432424"/>
                </a:lnTo>
                <a:lnTo>
                  <a:pt x="4297896" y="5431911"/>
                </a:lnTo>
                <a:lnTo>
                  <a:pt x="4293106" y="5431227"/>
                </a:lnTo>
                <a:lnTo>
                  <a:pt x="4287518" y="5430885"/>
                </a:lnTo>
                <a:lnTo>
                  <a:pt x="4282328" y="5430714"/>
                </a:lnTo>
                <a:lnTo>
                  <a:pt x="4271551" y="5430543"/>
                </a:lnTo>
                <a:lnTo>
                  <a:pt x="4260772" y="5430543"/>
                </a:lnTo>
                <a:lnTo>
                  <a:pt x="4238419" y="5431227"/>
                </a:lnTo>
                <a:lnTo>
                  <a:pt x="4226843" y="5431399"/>
                </a:lnTo>
                <a:lnTo>
                  <a:pt x="4216464" y="5431741"/>
                </a:lnTo>
                <a:lnTo>
                  <a:pt x="4203292" y="5432767"/>
                </a:lnTo>
                <a:lnTo>
                  <a:pt x="4190119" y="5433451"/>
                </a:lnTo>
                <a:lnTo>
                  <a:pt x="4177746" y="5433622"/>
                </a:lnTo>
                <a:lnTo>
                  <a:pt x="4165770" y="5433451"/>
                </a:lnTo>
                <a:lnTo>
                  <a:pt x="4153395" y="5432938"/>
                </a:lnTo>
                <a:lnTo>
                  <a:pt x="4142219" y="5432083"/>
                </a:lnTo>
                <a:lnTo>
                  <a:pt x="4131441" y="5430543"/>
                </a:lnTo>
                <a:lnTo>
                  <a:pt x="4120265" y="5428833"/>
                </a:lnTo>
                <a:lnTo>
                  <a:pt x="4110285" y="5426780"/>
                </a:lnTo>
                <a:lnTo>
                  <a:pt x="4100307" y="5424386"/>
                </a:lnTo>
                <a:lnTo>
                  <a:pt x="4090725" y="5421649"/>
                </a:lnTo>
                <a:lnTo>
                  <a:pt x="4081545" y="5418570"/>
                </a:lnTo>
                <a:lnTo>
                  <a:pt x="4072763" y="5414807"/>
                </a:lnTo>
                <a:lnTo>
                  <a:pt x="4064380" y="5411043"/>
                </a:lnTo>
                <a:lnTo>
                  <a:pt x="4055599" y="5406768"/>
                </a:lnTo>
                <a:lnTo>
                  <a:pt x="4048014" y="5401977"/>
                </a:lnTo>
                <a:lnTo>
                  <a:pt x="4042427" y="5405399"/>
                </a:lnTo>
                <a:lnTo>
                  <a:pt x="4036040" y="5408820"/>
                </a:lnTo>
                <a:lnTo>
                  <a:pt x="4028853" y="5412070"/>
                </a:lnTo>
                <a:lnTo>
                  <a:pt x="4025661" y="5413438"/>
                </a:lnTo>
                <a:lnTo>
                  <a:pt x="4022069" y="5414635"/>
                </a:lnTo>
                <a:lnTo>
                  <a:pt x="4018476" y="5415833"/>
                </a:lnTo>
                <a:lnTo>
                  <a:pt x="4014883" y="5416517"/>
                </a:lnTo>
                <a:lnTo>
                  <a:pt x="4011290" y="5417030"/>
                </a:lnTo>
                <a:lnTo>
                  <a:pt x="4007698" y="5417030"/>
                </a:lnTo>
                <a:lnTo>
                  <a:pt x="4005703" y="5417030"/>
                </a:lnTo>
                <a:lnTo>
                  <a:pt x="4004106" y="5416859"/>
                </a:lnTo>
                <a:lnTo>
                  <a:pt x="4002509" y="5416517"/>
                </a:lnTo>
                <a:lnTo>
                  <a:pt x="4000513" y="5416004"/>
                </a:lnTo>
                <a:lnTo>
                  <a:pt x="3998516" y="5415491"/>
                </a:lnTo>
                <a:lnTo>
                  <a:pt x="3996921" y="5414807"/>
                </a:lnTo>
                <a:lnTo>
                  <a:pt x="3993727" y="5413096"/>
                </a:lnTo>
                <a:lnTo>
                  <a:pt x="3990534" y="5411386"/>
                </a:lnTo>
                <a:lnTo>
                  <a:pt x="3987341" y="5409504"/>
                </a:lnTo>
                <a:lnTo>
                  <a:pt x="3980156" y="5406084"/>
                </a:lnTo>
                <a:lnTo>
                  <a:pt x="3972172" y="5402662"/>
                </a:lnTo>
                <a:lnTo>
                  <a:pt x="3963390" y="5399412"/>
                </a:lnTo>
                <a:lnTo>
                  <a:pt x="3946625" y="5392740"/>
                </a:lnTo>
                <a:lnTo>
                  <a:pt x="3938242" y="5389149"/>
                </a:lnTo>
                <a:lnTo>
                  <a:pt x="3930658" y="5385727"/>
                </a:lnTo>
                <a:lnTo>
                  <a:pt x="3927066" y="5383847"/>
                </a:lnTo>
                <a:lnTo>
                  <a:pt x="3923872" y="5381965"/>
                </a:lnTo>
                <a:lnTo>
                  <a:pt x="3921077" y="5380083"/>
                </a:lnTo>
                <a:lnTo>
                  <a:pt x="3918683" y="5378030"/>
                </a:lnTo>
                <a:lnTo>
                  <a:pt x="3916287" y="5375978"/>
                </a:lnTo>
                <a:lnTo>
                  <a:pt x="3914691" y="5373755"/>
                </a:lnTo>
                <a:lnTo>
                  <a:pt x="3913094" y="5371531"/>
                </a:lnTo>
                <a:lnTo>
                  <a:pt x="3911897" y="5369307"/>
                </a:lnTo>
                <a:lnTo>
                  <a:pt x="3911498" y="5366912"/>
                </a:lnTo>
                <a:lnTo>
                  <a:pt x="3911498" y="5364518"/>
                </a:lnTo>
                <a:lnTo>
                  <a:pt x="3911897" y="5361952"/>
                </a:lnTo>
                <a:lnTo>
                  <a:pt x="3913094" y="5359045"/>
                </a:lnTo>
                <a:lnTo>
                  <a:pt x="3914691" y="5356308"/>
                </a:lnTo>
                <a:lnTo>
                  <a:pt x="3917086" y="5353400"/>
                </a:lnTo>
                <a:lnTo>
                  <a:pt x="3919881" y="5350492"/>
                </a:lnTo>
                <a:lnTo>
                  <a:pt x="3923473" y="5347412"/>
                </a:lnTo>
                <a:lnTo>
                  <a:pt x="3920280" y="5344334"/>
                </a:lnTo>
                <a:lnTo>
                  <a:pt x="3917485" y="5341597"/>
                </a:lnTo>
                <a:lnTo>
                  <a:pt x="3914691" y="5338861"/>
                </a:lnTo>
                <a:lnTo>
                  <a:pt x="3912296" y="5336123"/>
                </a:lnTo>
                <a:lnTo>
                  <a:pt x="3908304" y="5330136"/>
                </a:lnTo>
                <a:lnTo>
                  <a:pt x="3904712" y="5324492"/>
                </a:lnTo>
                <a:lnTo>
                  <a:pt x="3902316" y="5318506"/>
                </a:lnTo>
                <a:lnTo>
                  <a:pt x="3899522" y="5312689"/>
                </a:lnTo>
                <a:lnTo>
                  <a:pt x="3898324" y="5306875"/>
                </a:lnTo>
                <a:lnTo>
                  <a:pt x="3897126" y="5300887"/>
                </a:lnTo>
                <a:lnTo>
                  <a:pt x="3895530" y="5288914"/>
                </a:lnTo>
                <a:lnTo>
                  <a:pt x="3893934" y="5277282"/>
                </a:lnTo>
                <a:lnTo>
                  <a:pt x="3893136" y="5271125"/>
                </a:lnTo>
                <a:lnTo>
                  <a:pt x="3892338" y="5265309"/>
                </a:lnTo>
                <a:lnTo>
                  <a:pt x="3891140" y="5259322"/>
                </a:lnTo>
                <a:lnTo>
                  <a:pt x="3889145" y="5253507"/>
                </a:lnTo>
                <a:lnTo>
                  <a:pt x="3867589" y="5252138"/>
                </a:lnTo>
                <a:lnTo>
                  <a:pt x="3852421" y="5253507"/>
                </a:lnTo>
                <a:lnTo>
                  <a:pt x="3837252" y="5254875"/>
                </a:lnTo>
                <a:lnTo>
                  <a:pt x="3821684" y="5255901"/>
                </a:lnTo>
                <a:lnTo>
                  <a:pt x="3806515" y="5256585"/>
                </a:lnTo>
                <a:lnTo>
                  <a:pt x="3798531" y="5256928"/>
                </a:lnTo>
                <a:lnTo>
                  <a:pt x="3790948" y="5256928"/>
                </a:lnTo>
                <a:lnTo>
                  <a:pt x="3783363" y="5256928"/>
                </a:lnTo>
                <a:lnTo>
                  <a:pt x="3775779" y="5256585"/>
                </a:lnTo>
                <a:lnTo>
                  <a:pt x="3767796" y="5256243"/>
                </a:lnTo>
                <a:lnTo>
                  <a:pt x="3760211" y="5255730"/>
                </a:lnTo>
                <a:lnTo>
                  <a:pt x="3752627" y="5254875"/>
                </a:lnTo>
                <a:lnTo>
                  <a:pt x="3744643" y="5253849"/>
                </a:lnTo>
                <a:lnTo>
                  <a:pt x="3740253" y="5254875"/>
                </a:lnTo>
                <a:lnTo>
                  <a:pt x="3735063" y="5255730"/>
                </a:lnTo>
                <a:lnTo>
                  <a:pt x="3730673" y="5256243"/>
                </a:lnTo>
                <a:lnTo>
                  <a:pt x="3726281" y="5256756"/>
                </a:lnTo>
                <a:lnTo>
                  <a:pt x="3721492" y="5256928"/>
                </a:lnTo>
                <a:lnTo>
                  <a:pt x="3717101" y="5257098"/>
                </a:lnTo>
                <a:lnTo>
                  <a:pt x="3712710" y="5257098"/>
                </a:lnTo>
                <a:lnTo>
                  <a:pt x="3707920" y="5256928"/>
                </a:lnTo>
                <a:lnTo>
                  <a:pt x="3698739" y="5256243"/>
                </a:lnTo>
                <a:lnTo>
                  <a:pt x="3689557" y="5255388"/>
                </a:lnTo>
                <a:lnTo>
                  <a:pt x="3671196" y="5253335"/>
                </a:lnTo>
                <a:lnTo>
                  <a:pt x="3653633" y="5252480"/>
                </a:lnTo>
                <a:lnTo>
                  <a:pt x="3636069" y="5251283"/>
                </a:lnTo>
                <a:lnTo>
                  <a:pt x="3627287" y="5250427"/>
                </a:lnTo>
                <a:lnTo>
                  <a:pt x="3618905" y="5249573"/>
                </a:lnTo>
                <a:lnTo>
                  <a:pt x="3610920" y="5248546"/>
                </a:lnTo>
                <a:lnTo>
                  <a:pt x="3602139" y="5247178"/>
                </a:lnTo>
                <a:lnTo>
                  <a:pt x="3594554" y="5245980"/>
                </a:lnTo>
                <a:lnTo>
                  <a:pt x="3586572" y="5244441"/>
                </a:lnTo>
                <a:lnTo>
                  <a:pt x="3579386" y="5242560"/>
                </a:lnTo>
                <a:lnTo>
                  <a:pt x="3571403" y="5240506"/>
                </a:lnTo>
                <a:lnTo>
                  <a:pt x="3564617" y="5238283"/>
                </a:lnTo>
                <a:lnTo>
                  <a:pt x="3557831" y="5235717"/>
                </a:lnTo>
                <a:lnTo>
                  <a:pt x="3551844" y="5232639"/>
                </a:lnTo>
                <a:lnTo>
                  <a:pt x="3545856" y="5229559"/>
                </a:lnTo>
                <a:lnTo>
                  <a:pt x="3544659" y="5229731"/>
                </a:lnTo>
                <a:lnTo>
                  <a:pt x="3543461" y="5229901"/>
                </a:lnTo>
                <a:lnTo>
                  <a:pt x="3542264" y="5229901"/>
                </a:lnTo>
                <a:lnTo>
                  <a:pt x="3540667" y="5229901"/>
                </a:lnTo>
                <a:lnTo>
                  <a:pt x="3538671" y="5229388"/>
                </a:lnTo>
                <a:lnTo>
                  <a:pt x="3536276" y="5228704"/>
                </a:lnTo>
                <a:lnTo>
                  <a:pt x="3534280" y="5227849"/>
                </a:lnTo>
                <a:lnTo>
                  <a:pt x="3532284" y="5226822"/>
                </a:lnTo>
                <a:lnTo>
                  <a:pt x="3528292" y="5224770"/>
                </a:lnTo>
                <a:lnTo>
                  <a:pt x="3526297" y="5223744"/>
                </a:lnTo>
                <a:lnTo>
                  <a:pt x="3523901" y="5223060"/>
                </a:lnTo>
                <a:lnTo>
                  <a:pt x="3521906" y="5222717"/>
                </a:lnTo>
                <a:lnTo>
                  <a:pt x="3520708" y="5222717"/>
                </a:lnTo>
                <a:lnTo>
                  <a:pt x="3519910" y="5222717"/>
                </a:lnTo>
                <a:lnTo>
                  <a:pt x="3518713" y="5222889"/>
                </a:lnTo>
                <a:lnTo>
                  <a:pt x="3517516" y="5223060"/>
                </a:lnTo>
                <a:lnTo>
                  <a:pt x="3515119" y="5224086"/>
                </a:lnTo>
                <a:lnTo>
                  <a:pt x="3512724" y="5225626"/>
                </a:lnTo>
                <a:lnTo>
                  <a:pt x="3510330" y="5228020"/>
                </a:lnTo>
                <a:lnTo>
                  <a:pt x="3507536" y="5229901"/>
                </a:lnTo>
                <a:lnTo>
                  <a:pt x="3505140" y="5231612"/>
                </a:lnTo>
                <a:lnTo>
                  <a:pt x="3501947" y="5233151"/>
                </a:lnTo>
                <a:lnTo>
                  <a:pt x="3498754" y="5234691"/>
                </a:lnTo>
                <a:lnTo>
                  <a:pt x="3495560" y="5235888"/>
                </a:lnTo>
                <a:lnTo>
                  <a:pt x="3491968" y="5236915"/>
                </a:lnTo>
                <a:lnTo>
                  <a:pt x="3488375" y="5237598"/>
                </a:lnTo>
                <a:lnTo>
                  <a:pt x="3484783" y="5238112"/>
                </a:lnTo>
                <a:lnTo>
                  <a:pt x="3481589" y="5238455"/>
                </a:lnTo>
                <a:lnTo>
                  <a:pt x="3477997" y="5238455"/>
                </a:lnTo>
                <a:lnTo>
                  <a:pt x="3474803" y="5238283"/>
                </a:lnTo>
                <a:lnTo>
                  <a:pt x="3472009" y="5237940"/>
                </a:lnTo>
                <a:lnTo>
                  <a:pt x="3469614" y="5237428"/>
                </a:lnTo>
                <a:lnTo>
                  <a:pt x="3467618" y="5236572"/>
                </a:lnTo>
                <a:lnTo>
                  <a:pt x="3466421" y="5235375"/>
                </a:lnTo>
                <a:lnTo>
                  <a:pt x="3465623" y="5234007"/>
                </a:lnTo>
                <a:lnTo>
                  <a:pt x="3464825" y="5231954"/>
                </a:lnTo>
                <a:lnTo>
                  <a:pt x="3464026" y="5230072"/>
                </a:lnTo>
                <a:lnTo>
                  <a:pt x="3462429" y="5228191"/>
                </a:lnTo>
                <a:lnTo>
                  <a:pt x="3461232" y="5226310"/>
                </a:lnTo>
                <a:lnTo>
                  <a:pt x="3457640" y="5223060"/>
                </a:lnTo>
                <a:lnTo>
                  <a:pt x="3453248" y="5219638"/>
                </a:lnTo>
                <a:lnTo>
                  <a:pt x="3448458" y="5216560"/>
                </a:lnTo>
                <a:lnTo>
                  <a:pt x="3442471" y="5213652"/>
                </a:lnTo>
                <a:lnTo>
                  <a:pt x="3431294" y="5208007"/>
                </a:lnTo>
                <a:lnTo>
                  <a:pt x="3426104" y="5205099"/>
                </a:lnTo>
                <a:lnTo>
                  <a:pt x="3420516" y="5202191"/>
                </a:lnTo>
                <a:lnTo>
                  <a:pt x="3415726" y="5199283"/>
                </a:lnTo>
                <a:lnTo>
                  <a:pt x="3411335" y="5196204"/>
                </a:lnTo>
                <a:lnTo>
                  <a:pt x="3407343" y="5192955"/>
                </a:lnTo>
                <a:lnTo>
                  <a:pt x="3405747" y="5191244"/>
                </a:lnTo>
                <a:lnTo>
                  <a:pt x="3404549" y="5189534"/>
                </a:lnTo>
                <a:lnTo>
                  <a:pt x="3403751" y="5187652"/>
                </a:lnTo>
                <a:lnTo>
                  <a:pt x="3402953" y="5185942"/>
                </a:lnTo>
                <a:lnTo>
                  <a:pt x="3402554" y="5183889"/>
                </a:lnTo>
                <a:lnTo>
                  <a:pt x="3402153" y="5182007"/>
                </a:lnTo>
                <a:lnTo>
                  <a:pt x="3398960" y="5167810"/>
                </a:lnTo>
                <a:lnTo>
                  <a:pt x="3396964" y="5136850"/>
                </a:lnTo>
                <a:lnTo>
                  <a:pt x="3380598" y="5097680"/>
                </a:lnTo>
                <a:lnTo>
                  <a:pt x="3365430" y="5097166"/>
                </a:lnTo>
                <a:lnTo>
                  <a:pt x="3350262" y="5096824"/>
                </a:lnTo>
                <a:lnTo>
                  <a:pt x="3334295" y="5096653"/>
                </a:lnTo>
                <a:lnTo>
                  <a:pt x="3319126" y="5096824"/>
                </a:lnTo>
                <a:lnTo>
                  <a:pt x="3287991" y="5096996"/>
                </a:lnTo>
                <a:lnTo>
                  <a:pt x="3272024" y="5096824"/>
                </a:lnTo>
                <a:lnTo>
                  <a:pt x="3256855" y="5096653"/>
                </a:lnTo>
                <a:lnTo>
                  <a:pt x="3241687" y="5095969"/>
                </a:lnTo>
                <a:lnTo>
                  <a:pt x="3234103" y="5095456"/>
                </a:lnTo>
                <a:lnTo>
                  <a:pt x="3226917" y="5094772"/>
                </a:lnTo>
                <a:lnTo>
                  <a:pt x="3219732" y="5094087"/>
                </a:lnTo>
                <a:lnTo>
                  <a:pt x="3212148" y="5093232"/>
                </a:lnTo>
                <a:lnTo>
                  <a:pt x="3204962" y="5092035"/>
                </a:lnTo>
                <a:lnTo>
                  <a:pt x="3197778" y="5090838"/>
                </a:lnTo>
                <a:lnTo>
                  <a:pt x="3190993" y="5089469"/>
                </a:lnTo>
                <a:lnTo>
                  <a:pt x="3184206" y="5087930"/>
                </a:lnTo>
                <a:lnTo>
                  <a:pt x="3177021" y="5086219"/>
                </a:lnTo>
                <a:lnTo>
                  <a:pt x="3170633" y="5084167"/>
                </a:lnTo>
                <a:lnTo>
                  <a:pt x="3164248" y="5081942"/>
                </a:lnTo>
                <a:lnTo>
                  <a:pt x="3157861" y="5079549"/>
                </a:lnTo>
                <a:lnTo>
                  <a:pt x="3151474" y="5076640"/>
                </a:lnTo>
                <a:lnTo>
                  <a:pt x="3145087" y="5073733"/>
                </a:lnTo>
                <a:lnTo>
                  <a:pt x="3136305" y="5074588"/>
                </a:lnTo>
                <a:lnTo>
                  <a:pt x="3128322" y="5075272"/>
                </a:lnTo>
                <a:lnTo>
                  <a:pt x="3120339" y="5075785"/>
                </a:lnTo>
                <a:lnTo>
                  <a:pt x="3112754" y="5075956"/>
                </a:lnTo>
                <a:lnTo>
                  <a:pt x="3105569" y="5075956"/>
                </a:lnTo>
                <a:lnTo>
                  <a:pt x="3098783" y="5075614"/>
                </a:lnTo>
                <a:lnTo>
                  <a:pt x="3092796" y="5075272"/>
                </a:lnTo>
                <a:lnTo>
                  <a:pt x="3086808" y="5074588"/>
                </a:lnTo>
                <a:lnTo>
                  <a:pt x="3080820" y="5073733"/>
                </a:lnTo>
                <a:lnTo>
                  <a:pt x="3075632" y="5072707"/>
                </a:lnTo>
                <a:lnTo>
                  <a:pt x="3070442" y="5071508"/>
                </a:lnTo>
                <a:lnTo>
                  <a:pt x="3066051" y="5070312"/>
                </a:lnTo>
                <a:lnTo>
                  <a:pt x="3061660" y="5068772"/>
                </a:lnTo>
                <a:lnTo>
                  <a:pt x="3057270" y="5067233"/>
                </a:lnTo>
                <a:lnTo>
                  <a:pt x="3053277" y="5065522"/>
                </a:lnTo>
                <a:lnTo>
                  <a:pt x="3049286" y="5063469"/>
                </a:lnTo>
                <a:lnTo>
                  <a:pt x="3045693" y="5061588"/>
                </a:lnTo>
                <a:lnTo>
                  <a:pt x="3042101" y="5059536"/>
                </a:lnTo>
                <a:lnTo>
                  <a:pt x="3036113" y="5055259"/>
                </a:lnTo>
                <a:lnTo>
                  <a:pt x="3030126" y="5050640"/>
                </a:lnTo>
                <a:lnTo>
                  <a:pt x="3024537" y="5045680"/>
                </a:lnTo>
                <a:lnTo>
                  <a:pt x="3013760" y="5035759"/>
                </a:lnTo>
                <a:lnTo>
                  <a:pt x="3008570" y="5030799"/>
                </a:lnTo>
                <a:lnTo>
                  <a:pt x="3002983" y="5026181"/>
                </a:lnTo>
                <a:lnTo>
                  <a:pt x="2978633" y="4974866"/>
                </a:lnTo>
                <a:lnTo>
                  <a:pt x="2944703" y="4981023"/>
                </a:lnTo>
                <a:lnTo>
                  <a:pt x="2942708" y="4984445"/>
                </a:lnTo>
                <a:lnTo>
                  <a:pt x="2941510" y="4988036"/>
                </a:lnTo>
                <a:lnTo>
                  <a:pt x="2941909" y="4995563"/>
                </a:lnTo>
                <a:lnTo>
                  <a:pt x="2941111" y="5002747"/>
                </a:lnTo>
                <a:lnTo>
                  <a:pt x="2939913" y="5010102"/>
                </a:lnTo>
                <a:lnTo>
                  <a:pt x="2937916" y="5017115"/>
                </a:lnTo>
                <a:lnTo>
                  <a:pt x="2935522" y="5024299"/>
                </a:lnTo>
                <a:lnTo>
                  <a:pt x="2932329" y="5031141"/>
                </a:lnTo>
                <a:lnTo>
                  <a:pt x="2928337" y="5038154"/>
                </a:lnTo>
                <a:lnTo>
                  <a:pt x="2923947" y="5044996"/>
                </a:lnTo>
                <a:lnTo>
                  <a:pt x="2918756" y="5051838"/>
                </a:lnTo>
                <a:lnTo>
                  <a:pt x="2913567" y="5058509"/>
                </a:lnTo>
                <a:lnTo>
                  <a:pt x="2907580" y="5065180"/>
                </a:lnTo>
                <a:lnTo>
                  <a:pt x="2901593" y="5071851"/>
                </a:lnTo>
                <a:lnTo>
                  <a:pt x="2894806" y="5078351"/>
                </a:lnTo>
                <a:lnTo>
                  <a:pt x="2887622" y="5085022"/>
                </a:lnTo>
                <a:lnTo>
                  <a:pt x="2880436" y="5091351"/>
                </a:lnTo>
                <a:lnTo>
                  <a:pt x="2872852" y="5098023"/>
                </a:lnTo>
                <a:lnTo>
                  <a:pt x="2872852" y="5098192"/>
                </a:lnTo>
                <a:lnTo>
                  <a:pt x="2869659" y="5103666"/>
                </a:lnTo>
                <a:lnTo>
                  <a:pt x="2866066" y="5108798"/>
                </a:lnTo>
                <a:lnTo>
                  <a:pt x="2861675" y="5113416"/>
                </a:lnTo>
                <a:lnTo>
                  <a:pt x="2859279" y="5115640"/>
                </a:lnTo>
                <a:lnTo>
                  <a:pt x="2856885" y="5117692"/>
                </a:lnTo>
                <a:lnTo>
                  <a:pt x="2853692" y="5119745"/>
                </a:lnTo>
                <a:lnTo>
                  <a:pt x="2850897" y="5121627"/>
                </a:lnTo>
                <a:lnTo>
                  <a:pt x="2848103" y="5123508"/>
                </a:lnTo>
                <a:lnTo>
                  <a:pt x="2844911" y="5125219"/>
                </a:lnTo>
                <a:lnTo>
                  <a:pt x="2841317" y="5126758"/>
                </a:lnTo>
                <a:lnTo>
                  <a:pt x="2837725" y="5128126"/>
                </a:lnTo>
                <a:lnTo>
                  <a:pt x="2834133" y="5129494"/>
                </a:lnTo>
                <a:lnTo>
                  <a:pt x="2830141" y="5130863"/>
                </a:lnTo>
                <a:lnTo>
                  <a:pt x="2826150" y="5132061"/>
                </a:lnTo>
                <a:lnTo>
                  <a:pt x="2821757" y="5133087"/>
                </a:lnTo>
                <a:lnTo>
                  <a:pt x="2817367" y="5134114"/>
                </a:lnTo>
                <a:lnTo>
                  <a:pt x="2812577" y="5135140"/>
                </a:lnTo>
                <a:lnTo>
                  <a:pt x="2807788" y="5135823"/>
                </a:lnTo>
                <a:lnTo>
                  <a:pt x="2802996" y="5136508"/>
                </a:lnTo>
                <a:lnTo>
                  <a:pt x="2797807" y="5137192"/>
                </a:lnTo>
                <a:lnTo>
                  <a:pt x="2792619" y="5137706"/>
                </a:lnTo>
                <a:lnTo>
                  <a:pt x="2786631" y="5138048"/>
                </a:lnTo>
                <a:lnTo>
                  <a:pt x="2781043" y="5138389"/>
                </a:lnTo>
                <a:lnTo>
                  <a:pt x="2769067" y="5138560"/>
                </a:lnTo>
                <a:lnTo>
                  <a:pt x="2755895" y="5138560"/>
                </a:lnTo>
                <a:lnTo>
                  <a:pt x="2742721" y="5138048"/>
                </a:lnTo>
                <a:lnTo>
                  <a:pt x="2731146" y="5137706"/>
                </a:lnTo>
                <a:lnTo>
                  <a:pt x="2719570" y="5137363"/>
                </a:lnTo>
                <a:lnTo>
                  <a:pt x="2708393" y="5137363"/>
                </a:lnTo>
                <a:lnTo>
                  <a:pt x="2696817" y="5137534"/>
                </a:lnTo>
                <a:lnTo>
                  <a:pt x="2673665" y="5137876"/>
                </a:lnTo>
                <a:lnTo>
                  <a:pt x="2650114" y="5138048"/>
                </a:lnTo>
                <a:lnTo>
                  <a:pt x="2638937" y="5138048"/>
                </a:lnTo>
                <a:lnTo>
                  <a:pt x="2627361" y="5137876"/>
                </a:lnTo>
                <a:lnTo>
                  <a:pt x="2615786" y="5137363"/>
                </a:lnTo>
                <a:lnTo>
                  <a:pt x="2604609" y="5136679"/>
                </a:lnTo>
                <a:lnTo>
                  <a:pt x="2593033" y="5135653"/>
                </a:lnTo>
                <a:lnTo>
                  <a:pt x="2581856" y="5133942"/>
                </a:lnTo>
                <a:lnTo>
                  <a:pt x="2576267" y="5133087"/>
                </a:lnTo>
                <a:lnTo>
                  <a:pt x="2570679" y="5132232"/>
                </a:lnTo>
                <a:lnTo>
                  <a:pt x="2565489" y="5131035"/>
                </a:lnTo>
                <a:lnTo>
                  <a:pt x="2559503" y="5129837"/>
                </a:lnTo>
                <a:lnTo>
                  <a:pt x="2553515" y="5128810"/>
                </a:lnTo>
                <a:lnTo>
                  <a:pt x="2547127" y="5127614"/>
                </a:lnTo>
                <a:lnTo>
                  <a:pt x="2541539" y="5126416"/>
                </a:lnTo>
                <a:lnTo>
                  <a:pt x="2535552" y="5125048"/>
                </a:lnTo>
                <a:lnTo>
                  <a:pt x="2524375" y="5122140"/>
                </a:lnTo>
                <a:lnTo>
                  <a:pt x="2513597" y="5118890"/>
                </a:lnTo>
                <a:lnTo>
                  <a:pt x="2503618" y="5115469"/>
                </a:lnTo>
                <a:lnTo>
                  <a:pt x="2493638" y="5111877"/>
                </a:lnTo>
                <a:lnTo>
                  <a:pt x="2484059" y="5108114"/>
                </a:lnTo>
                <a:lnTo>
                  <a:pt x="2474877" y="5104179"/>
                </a:lnTo>
                <a:lnTo>
                  <a:pt x="2456515" y="5096312"/>
                </a:lnTo>
                <a:lnTo>
                  <a:pt x="2438553" y="5088272"/>
                </a:lnTo>
                <a:lnTo>
                  <a:pt x="2428574" y="5084338"/>
                </a:lnTo>
                <a:lnTo>
                  <a:pt x="2418994" y="5080746"/>
                </a:lnTo>
                <a:lnTo>
                  <a:pt x="2409015" y="5076982"/>
                </a:lnTo>
                <a:lnTo>
                  <a:pt x="2398236" y="5073733"/>
                </a:lnTo>
                <a:lnTo>
                  <a:pt x="2389854" y="5070996"/>
                </a:lnTo>
                <a:lnTo>
                  <a:pt x="2381870" y="5067917"/>
                </a:lnTo>
                <a:lnTo>
                  <a:pt x="2375085" y="5064838"/>
                </a:lnTo>
                <a:lnTo>
                  <a:pt x="2369097" y="5061246"/>
                </a:lnTo>
                <a:lnTo>
                  <a:pt x="2363509" y="5057654"/>
                </a:lnTo>
                <a:lnTo>
                  <a:pt x="2358718" y="5054061"/>
                </a:lnTo>
                <a:lnTo>
                  <a:pt x="2355125" y="5050128"/>
                </a:lnTo>
                <a:lnTo>
                  <a:pt x="2351932" y="5046194"/>
                </a:lnTo>
                <a:lnTo>
                  <a:pt x="2349538" y="5042259"/>
                </a:lnTo>
                <a:lnTo>
                  <a:pt x="2347941" y="5037983"/>
                </a:lnTo>
                <a:lnTo>
                  <a:pt x="2346744" y="5033708"/>
                </a:lnTo>
                <a:lnTo>
                  <a:pt x="2346344" y="5029431"/>
                </a:lnTo>
                <a:lnTo>
                  <a:pt x="2346344" y="5024984"/>
                </a:lnTo>
                <a:lnTo>
                  <a:pt x="2346744" y="5020364"/>
                </a:lnTo>
                <a:lnTo>
                  <a:pt x="2347542" y="5015918"/>
                </a:lnTo>
                <a:lnTo>
                  <a:pt x="2349139" y="5011299"/>
                </a:lnTo>
                <a:lnTo>
                  <a:pt x="2347143" y="4988721"/>
                </a:lnTo>
                <a:lnTo>
                  <a:pt x="2346744" y="4981023"/>
                </a:lnTo>
                <a:lnTo>
                  <a:pt x="2343550" y="4968878"/>
                </a:lnTo>
                <a:lnTo>
                  <a:pt x="2340755" y="4956905"/>
                </a:lnTo>
                <a:lnTo>
                  <a:pt x="2338362" y="4944761"/>
                </a:lnTo>
                <a:lnTo>
                  <a:pt x="2336763" y="4932787"/>
                </a:lnTo>
                <a:lnTo>
                  <a:pt x="2335167" y="4920642"/>
                </a:lnTo>
                <a:lnTo>
                  <a:pt x="2333970" y="4908669"/>
                </a:lnTo>
                <a:lnTo>
                  <a:pt x="2331974" y="4884722"/>
                </a:lnTo>
                <a:lnTo>
                  <a:pt x="2331974" y="4883183"/>
                </a:lnTo>
                <a:lnTo>
                  <a:pt x="2331974" y="4881815"/>
                </a:lnTo>
                <a:lnTo>
                  <a:pt x="2331176" y="4859920"/>
                </a:lnTo>
                <a:lnTo>
                  <a:pt x="2330777" y="4837854"/>
                </a:lnTo>
                <a:lnTo>
                  <a:pt x="2330378" y="4816131"/>
                </a:lnTo>
                <a:lnTo>
                  <a:pt x="2329579" y="4794065"/>
                </a:lnTo>
                <a:lnTo>
                  <a:pt x="2324390" y="4638239"/>
                </a:lnTo>
                <a:lnTo>
                  <a:pt x="2324390" y="4622673"/>
                </a:lnTo>
                <a:lnTo>
                  <a:pt x="2311217" y="4545529"/>
                </a:lnTo>
                <a:lnTo>
                  <a:pt x="2309221" y="4543136"/>
                </a:lnTo>
                <a:lnTo>
                  <a:pt x="2307625" y="4540569"/>
                </a:lnTo>
                <a:lnTo>
                  <a:pt x="2306427" y="4538174"/>
                </a:lnTo>
                <a:lnTo>
                  <a:pt x="2305629" y="4535779"/>
                </a:lnTo>
                <a:lnTo>
                  <a:pt x="2304831" y="4533384"/>
                </a:lnTo>
                <a:lnTo>
                  <a:pt x="2304432" y="4530991"/>
                </a:lnTo>
                <a:lnTo>
                  <a:pt x="2304432" y="4526030"/>
                </a:lnTo>
                <a:lnTo>
                  <a:pt x="2304831" y="4521241"/>
                </a:lnTo>
                <a:lnTo>
                  <a:pt x="2305629" y="4516280"/>
                </a:lnTo>
                <a:lnTo>
                  <a:pt x="2308423" y="4506531"/>
                </a:lnTo>
                <a:lnTo>
                  <a:pt x="2303633" y="4509610"/>
                </a:lnTo>
                <a:lnTo>
                  <a:pt x="2298843" y="4512859"/>
                </a:lnTo>
                <a:lnTo>
                  <a:pt x="2294851" y="4516280"/>
                </a:lnTo>
                <a:lnTo>
                  <a:pt x="2291657" y="4519530"/>
                </a:lnTo>
                <a:lnTo>
                  <a:pt x="2288464" y="4522950"/>
                </a:lnTo>
                <a:lnTo>
                  <a:pt x="2285671" y="4526201"/>
                </a:lnTo>
                <a:lnTo>
                  <a:pt x="2282875" y="4529793"/>
                </a:lnTo>
                <a:lnTo>
                  <a:pt x="2280879" y="4533215"/>
                </a:lnTo>
                <a:lnTo>
                  <a:pt x="2278885" y="4536635"/>
                </a:lnTo>
                <a:lnTo>
                  <a:pt x="2277287" y="4540056"/>
                </a:lnTo>
                <a:lnTo>
                  <a:pt x="2274892" y="4547069"/>
                </a:lnTo>
                <a:lnTo>
                  <a:pt x="2273295" y="4554083"/>
                </a:lnTo>
                <a:lnTo>
                  <a:pt x="2272098" y="4561266"/>
                </a:lnTo>
                <a:lnTo>
                  <a:pt x="2271300" y="4568450"/>
                </a:lnTo>
                <a:lnTo>
                  <a:pt x="2270901" y="4575635"/>
                </a:lnTo>
                <a:lnTo>
                  <a:pt x="2270103" y="4590002"/>
                </a:lnTo>
                <a:lnTo>
                  <a:pt x="2269703" y="4597187"/>
                </a:lnTo>
                <a:lnTo>
                  <a:pt x="2268506" y="4604371"/>
                </a:lnTo>
                <a:lnTo>
                  <a:pt x="2266111" y="4611384"/>
                </a:lnTo>
                <a:lnTo>
                  <a:pt x="2263716" y="4618397"/>
                </a:lnTo>
                <a:lnTo>
                  <a:pt x="2258526" y="4630884"/>
                </a:lnTo>
                <a:lnTo>
                  <a:pt x="2254534" y="4643199"/>
                </a:lnTo>
                <a:lnTo>
                  <a:pt x="2250543" y="4655686"/>
                </a:lnTo>
                <a:lnTo>
                  <a:pt x="2246950" y="4668002"/>
                </a:lnTo>
                <a:lnTo>
                  <a:pt x="2244157" y="4680489"/>
                </a:lnTo>
                <a:lnTo>
                  <a:pt x="2240963" y="4692975"/>
                </a:lnTo>
                <a:lnTo>
                  <a:pt x="2234975" y="4718119"/>
                </a:lnTo>
                <a:lnTo>
                  <a:pt x="2232181" y="4730606"/>
                </a:lnTo>
                <a:lnTo>
                  <a:pt x="2228988" y="4743093"/>
                </a:lnTo>
                <a:lnTo>
                  <a:pt x="2225795" y="4755579"/>
                </a:lnTo>
                <a:lnTo>
                  <a:pt x="2221802" y="4768067"/>
                </a:lnTo>
                <a:lnTo>
                  <a:pt x="2217412" y="4780382"/>
                </a:lnTo>
                <a:lnTo>
                  <a:pt x="2212222" y="4792697"/>
                </a:lnTo>
                <a:lnTo>
                  <a:pt x="2206635" y="4805184"/>
                </a:lnTo>
                <a:lnTo>
                  <a:pt x="2199449" y="4817500"/>
                </a:lnTo>
                <a:lnTo>
                  <a:pt x="2086084" y="5151047"/>
                </a:lnTo>
                <a:lnTo>
                  <a:pt x="2083689" y="5158060"/>
                </a:lnTo>
                <a:lnTo>
                  <a:pt x="2080895" y="5165244"/>
                </a:lnTo>
                <a:lnTo>
                  <a:pt x="2077302" y="5172257"/>
                </a:lnTo>
                <a:lnTo>
                  <a:pt x="2072912" y="5179270"/>
                </a:lnTo>
                <a:lnTo>
                  <a:pt x="2067722" y="5185942"/>
                </a:lnTo>
                <a:lnTo>
                  <a:pt x="2062932" y="5192783"/>
                </a:lnTo>
                <a:lnTo>
                  <a:pt x="2057344" y="5199455"/>
                </a:lnTo>
                <a:lnTo>
                  <a:pt x="2051756" y="5206296"/>
                </a:lnTo>
                <a:lnTo>
                  <a:pt x="2040179" y="5219638"/>
                </a:lnTo>
                <a:lnTo>
                  <a:pt x="2028204" y="5232980"/>
                </a:lnTo>
                <a:lnTo>
                  <a:pt x="2023015" y="5239822"/>
                </a:lnTo>
                <a:lnTo>
                  <a:pt x="2017826" y="5246494"/>
                </a:lnTo>
                <a:lnTo>
                  <a:pt x="2013036" y="5253507"/>
                </a:lnTo>
                <a:lnTo>
                  <a:pt x="2008644" y="5260349"/>
                </a:lnTo>
                <a:lnTo>
                  <a:pt x="2006249" y="5263256"/>
                </a:lnTo>
                <a:lnTo>
                  <a:pt x="2003855" y="5265993"/>
                </a:lnTo>
                <a:lnTo>
                  <a:pt x="2000262" y="5268559"/>
                </a:lnTo>
                <a:lnTo>
                  <a:pt x="1998266" y="5269757"/>
                </a:lnTo>
                <a:lnTo>
                  <a:pt x="1996271" y="5270783"/>
                </a:lnTo>
                <a:lnTo>
                  <a:pt x="1993876" y="5271808"/>
                </a:lnTo>
                <a:lnTo>
                  <a:pt x="1991480" y="5272664"/>
                </a:lnTo>
                <a:lnTo>
                  <a:pt x="1988686" y="5273348"/>
                </a:lnTo>
                <a:lnTo>
                  <a:pt x="1985892" y="5274032"/>
                </a:lnTo>
                <a:lnTo>
                  <a:pt x="1982698" y="5274546"/>
                </a:lnTo>
                <a:lnTo>
                  <a:pt x="1979505" y="5274888"/>
                </a:lnTo>
                <a:lnTo>
                  <a:pt x="1975913" y="5275059"/>
                </a:lnTo>
                <a:lnTo>
                  <a:pt x="1971521" y="5275059"/>
                </a:lnTo>
                <a:lnTo>
                  <a:pt x="1953558" y="5274888"/>
                </a:lnTo>
                <a:lnTo>
                  <a:pt x="1935197" y="5274888"/>
                </a:lnTo>
                <a:lnTo>
                  <a:pt x="1916836" y="5275059"/>
                </a:lnTo>
                <a:lnTo>
                  <a:pt x="1898075" y="5275401"/>
                </a:lnTo>
                <a:lnTo>
                  <a:pt x="1879713" y="5275743"/>
                </a:lnTo>
                <a:lnTo>
                  <a:pt x="1860952" y="5276086"/>
                </a:lnTo>
                <a:lnTo>
                  <a:pt x="1842590" y="5276086"/>
                </a:lnTo>
                <a:lnTo>
                  <a:pt x="1824228" y="5275914"/>
                </a:lnTo>
                <a:lnTo>
                  <a:pt x="1805865" y="5275401"/>
                </a:lnTo>
                <a:lnTo>
                  <a:pt x="1797083" y="5275059"/>
                </a:lnTo>
                <a:lnTo>
                  <a:pt x="1788301" y="5274546"/>
                </a:lnTo>
                <a:lnTo>
                  <a:pt x="1779519" y="5273862"/>
                </a:lnTo>
                <a:lnTo>
                  <a:pt x="1770339" y="5273006"/>
                </a:lnTo>
                <a:lnTo>
                  <a:pt x="1761557" y="5272151"/>
                </a:lnTo>
                <a:lnTo>
                  <a:pt x="1752775" y="5270953"/>
                </a:lnTo>
                <a:lnTo>
                  <a:pt x="1743994" y="5269757"/>
                </a:lnTo>
                <a:lnTo>
                  <a:pt x="1735211" y="5268217"/>
                </a:lnTo>
                <a:lnTo>
                  <a:pt x="1726830" y="5266677"/>
                </a:lnTo>
                <a:lnTo>
                  <a:pt x="1718447" y="5264796"/>
                </a:lnTo>
                <a:lnTo>
                  <a:pt x="1709665" y="5262744"/>
                </a:lnTo>
                <a:lnTo>
                  <a:pt x="1701682" y="5260349"/>
                </a:lnTo>
                <a:lnTo>
                  <a:pt x="1693698" y="5257783"/>
                </a:lnTo>
                <a:lnTo>
                  <a:pt x="1685715" y="5255046"/>
                </a:lnTo>
                <a:lnTo>
                  <a:pt x="1670546" y="5248888"/>
                </a:lnTo>
                <a:lnTo>
                  <a:pt x="1664158" y="5246322"/>
                </a:lnTo>
                <a:lnTo>
                  <a:pt x="1661365" y="5245467"/>
                </a:lnTo>
                <a:lnTo>
                  <a:pt x="1650588" y="5249915"/>
                </a:lnTo>
                <a:lnTo>
                  <a:pt x="1645397" y="5251625"/>
                </a:lnTo>
                <a:lnTo>
                  <a:pt x="1640608" y="5252992"/>
                </a:lnTo>
                <a:lnTo>
                  <a:pt x="1636616" y="5254362"/>
                </a:lnTo>
                <a:lnTo>
                  <a:pt x="1632625" y="5255217"/>
                </a:lnTo>
                <a:lnTo>
                  <a:pt x="1629033" y="5256072"/>
                </a:lnTo>
                <a:lnTo>
                  <a:pt x="1625439" y="5256585"/>
                </a:lnTo>
                <a:lnTo>
                  <a:pt x="1622645" y="5256928"/>
                </a:lnTo>
                <a:lnTo>
                  <a:pt x="1619851" y="5257098"/>
                </a:lnTo>
                <a:lnTo>
                  <a:pt x="1617057" y="5257098"/>
                </a:lnTo>
                <a:lnTo>
                  <a:pt x="1615061" y="5256928"/>
                </a:lnTo>
                <a:lnTo>
                  <a:pt x="1612667" y="5256414"/>
                </a:lnTo>
                <a:lnTo>
                  <a:pt x="1610670" y="5255901"/>
                </a:lnTo>
                <a:lnTo>
                  <a:pt x="1609073" y="5255217"/>
                </a:lnTo>
                <a:lnTo>
                  <a:pt x="1607477" y="5254362"/>
                </a:lnTo>
                <a:lnTo>
                  <a:pt x="1606279" y="5253507"/>
                </a:lnTo>
                <a:lnTo>
                  <a:pt x="1605082" y="5252309"/>
                </a:lnTo>
                <a:lnTo>
                  <a:pt x="1603485" y="5249915"/>
                </a:lnTo>
                <a:lnTo>
                  <a:pt x="1601888" y="5247006"/>
                </a:lnTo>
                <a:lnTo>
                  <a:pt x="1601090" y="5243928"/>
                </a:lnTo>
                <a:lnTo>
                  <a:pt x="1599892" y="5237086"/>
                </a:lnTo>
                <a:lnTo>
                  <a:pt x="1599094" y="5230072"/>
                </a:lnTo>
                <a:lnTo>
                  <a:pt x="1583127" y="5224941"/>
                </a:lnTo>
                <a:lnTo>
                  <a:pt x="1575144" y="5222375"/>
                </a:lnTo>
                <a:lnTo>
                  <a:pt x="1567561" y="5219638"/>
                </a:lnTo>
                <a:lnTo>
                  <a:pt x="1559976" y="5216902"/>
                </a:lnTo>
                <a:lnTo>
                  <a:pt x="1553190" y="5213993"/>
                </a:lnTo>
                <a:lnTo>
                  <a:pt x="1546403" y="5211086"/>
                </a:lnTo>
                <a:lnTo>
                  <a:pt x="1540815" y="5208007"/>
                </a:lnTo>
                <a:lnTo>
                  <a:pt x="1536025" y="5204586"/>
                </a:lnTo>
                <a:lnTo>
                  <a:pt x="1533631" y="5202875"/>
                </a:lnTo>
                <a:lnTo>
                  <a:pt x="1531635" y="5201165"/>
                </a:lnTo>
                <a:lnTo>
                  <a:pt x="1530038" y="5199455"/>
                </a:lnTo>
                <a:lnTo>
                  <a:pt x="1528440" y="5197573"/>
                </a:lnTo>
                <a:lnTo>
                  <a:pt x="1527243" y="5195691"/>
                </a:lnTo>
                <a:lnTo>
                  <a:pt x="1526046" y="5193639"/>
                </a:lnTo>
                <a:lnTo>
                  <a:pt x="1525646" y="5191586"/>
                </a:lnTo>
                <a:lnTo>
                  <a:pt x="1525247" y="5189363"/>
                </a:lnTo>
                <a:lnTo>
                  <a:pt x="1524848" y="5187139"/>
                </a:lnTo>
                <a:lnTo>
                  <a:pt x="1525247" y="5184915"/>
                </a:lnTo>
                <a:lnTo>
                  <a:pt x="1525646" y="5182691"/>
                </a:lnTo>
                <a:lnTo>
                  <a:pt x="1526445" y="5180296"/>
                </a:lnTo>
                <a:lnTo>
                  <a:pt x="1527643" y="5177731"/>
                </a:lnTo>
                <a:lnTo>
                  <a:pt x="1529238" y="5174994"/>
                </a:lnTo>
                <a:lnTo>
                  <a:pt x="1524050" y="5147113"/>
                </a:lnTo>
                <a:lnTo>
                  <a:pt x="1518062" y="5125389"/>
                </a:lnTo>
                <a:lnTo>
                  <a:pt x="1514870" y="5114443"/>
                </a:lnTo>
                <a:lnTo>
                  <a:pt x="1512474" y="5103496"/>
                </a:lnTo>
                <a:lnTo>
                  <a:pt x="1510078" y="5092719"/>
                </a:lnTo>
                <a:lnTo>
                  <a:pt x="1508482" y="5081772"/>
                </a:lnTo>
                <a:lnTo>
                  <a:pt x="1506885" y="5070824"/>
                </a:lnTo>
                <a:lnTo>
                  <a:pt x="1505688" y="5059878"/>
                </a:lnTo>
                <a:lnTo>
                  <a:pt x="1505289" y="5048931"/>
                </a:lnTo>
                <a:lnTo>
                  <a:pt x="1504890" y="5038154"/>
                </a:lnTo>
                <a:lnTo>
                  <a:pt x="1505289" y="5027207"/>
                </a:lnTo>
                <a:lnTo>
                  <a:pt x="1506486" y="5016260"/>
                </a:lnTo>
                <a:lnTo>
                  <a:pt x="1508083" y="5005313"/>
                </a:lnTo>
                <a:lnTo>
                  <a:pt x="1510478" y="4994537"/>
                </a:lnTo>
                <a:lnTo>
                  <a:pt x="1513671" y="4983589"/>
                </a:lnTo>
                <a:lnTo>
                  <a:pt x="1518062" y="4972642"/>
                </a:lnTo>
                <a:lnTo>
                  <a:pt x="1518462" y="4971274"/>
                </a:lnTo>
                <a:lnTo>
                  <a:pt x="1518462" y="4970076"/>
                </a:lnTo>
                <a:lnTo>
                  <a:pt x="1518462" y="4968709"/>
                </a:lnTo>
                <a:lnTo>
                  <a:pt x="1518062" y="4967510"/>
                </a:lnTo>
                <a:lnTo>
                  <a:pt x="1516067" y="4964945"/>
                </a:lnTo>
                <a:lnTo>
                  <a:pt x="1514071" y="4962550"/>
                </a:lnTo>
                <a:lnTo>
                  <a:pt x="1511676" y="4960326"/>
                </a:lnTo>
                <a:lnTo>
                  <a:pt x="1508881" y="4958103"/>
                </a:lnTo>
                <a:lnTo>
                  <a:pt x="1503293" y="4953655"/>
                </a:lnTo>
                <a:lnTo>
                  <a:pt x="1500898" y="4951432"/>
                </a:lnTo>
                <a:lnTo>
                  <a:pt x="1498902" y="4949037"/>
                </a:lnTo>
                <a:lnTo>
                  <a:pt x="1497306" y="4946814"/>
                </a:lnTo>
                <a:lnTo>
                  <a:pt x="1496907" y="4944590"/>
                </a:lnTo>
                <a:lnTo>
                  <a:pt x="1496907" y="4943393"/>
                </a:lnTo>
                <a:lnTo>
                  <a:pt x="1497306" y="4942194"/>
                </a:lnTo>
                <a:lnTo>
                  <a:pt x="1498104" y="4940998"/>
                </a:lnTo>
                <a:lnTo>
                  <a:pt x="1498902" y="4939801"/>
                </a:lnTo>
                <a:lnTo>
                  <a:pt x="1500100" y="4938603"/>
                </a:lnTo>
                <a:lnTo>
                  <a:pt x="1501696" y="4937406"/>
                </a:lnTo>
                <a:lnTo>
                  <a:pt x="1504091" y="4935866"/>
                </a:lnTo>
                <a:lnTo>
                  <a:pt x="1506486" y="4934669"/>
                </a:lnTo>
                <a:lnTo>
                  <a:pt x="1504890" y="4933301"/>
                </a:lnTo>
                <a:lnTo>
                  <a:pt x="1503692" y="4931932"/>
                </a:lnTo>
                <a:lnTo>
                  <a:pt x="1502893" y="4930564"/>
                </a:lnTo>
                <a:lnTo>
                  <a:pt x="1502494" y="4929195"/>
                </a:lnTo>
                <a:lnTo>
                  <a:pt x="1502095" y="4926630"/>
                </a:lnTo>
                <a:lnTo>
                  <a:pt x="1502494" y="4924063"/>
                </a:lnTo>
                <a:lnTo>
                  <a:pt x="1500100" y="4916880"/>
                </a:lnTo>
                <a:lnTo>
                  <a:pt x="1498503" y="4909867"/>
                </a:lnTo>
                <a:lnTo>
                  <a:pt x="1496907" y="4902683"/>
                </a:lnTo>
                <a:lnTo>
                  <a:pt x="1496109" y="4895498"/>
                </a:lnTo>
                <a:lnTo>
                  <a:pt x="1495309" y="4888315"/>
                </a:lnTo>
                <a:lnTo>
                  <a:pt x="1494910" y="4881301"/>
                </a:lnTo>
                <a:lnTo>
                  <a:pt x="1494910" y="4866933"/>
                </a:lnTo>
                <a:lnTo>
                  <a:pt x="1495309" y="4838196"/>
                </a:lnTo>
                <a:lnTo>
                  <a:pt x="1494910" y="4823828"/>
                </a:lnTo>
                <a:lnTo>
                  <a:pt x="1494511" y="4816816"/>
                </a:lnTo>
                <a:lnTo>
                  <a:pt x="1494112" y="4809631"/>
                </a:lnTo>
                <a:lnTo>
                  <a:pt x="1494112" y="4801763"/>
                </a:lnTo>
                <a:lnTo>
                  <a:pt x="1492915" y="4766697"/>
                </a:lnTo>
                <a:lnTo>
                  <a:pt x="1491717" y="4749251"/>
                </a:lnTo>
                <a:lnTo>
                  <a:pt x="1490919" y="4740698"/>
                </a:lnTo>
                <a:lnTo>
                  <a:pt x="1490120" y="4731974"/>
                </a:lnTo>
                <a:lnTo>
                  <a:pt x="1489721" y="4728895"/>
                </a:lnTo>
                <a:lnTo>
                  <a:pt x="1489721" y="4725988"/>
                </a:lnTo>
                <a:lnTo>
                  <a:pt x="1490120" y="4722909"/>
                </a:lnTo>
                <a:lnTo>
                  <a:pt x="1490919" y="4720343"/>
                </a:lnTo>
                <a:lnTo>
                  <a:pt x="1492117" y="4717948"/>
                </a:lnTo>
                <a:lnTo>
                  <a:pt x="1493713" y="4715724"/>
                </a:lnTo>
                <a:lnTo>
                  <a:pt x="1496109" y="4713672"/>
                </a:lnTo>
                <a:lnTo>
                  <a:pt x="1498503" y="4711962"/>
                </a:lnTo>
                <a:lnTo>
                  <a:pt x="1502095" y="4710080"/>
                </a:lnTo>
                <a:lnTo>
                  <a:pt x="1505688" y="4708711"/>
                </a:lnTo>
                <a:lnTo>
                  <a:pt x="1510078" y="4707514"/>
                </a:lnTo>
                <a:lnTo>
                  <a:pt x="1515269" y="4706660"/>
                </a:lnTo>
                <a:lnTo>
                  <a:pt x="1521255" y="4705975"/>
                </a:lnTo>
                <a:lnTo>
                  <a:pt x="1528041" y="4705462"/>
                </a:lnTo>
                <a:lnTo>
                  <a:pt x="1535227" y="4705290"/>
                </a:lnTo>
                <a:lnTo>
                  <a:pt x="1543210" y="4705462"/>
                </a:lnTo>
                <a:lnTo>
                  <a:pt x="1527243" y="4701185"/>
                </a:lnTo>
                <a:lnTo>
                  <a:pt x="1521654" y="4701014"/>
                </a:lnTo>
                <a:lnTo>
                  <a:pt x="1516466" y="4700844"/>
                </a:lnTo>
                <a:lnTo>
                  <a:pt x="1512075" y="4700501"/>
                </a:lnTo>
                <a:lnTo>
                  <a:pt x="1508083" y="4700159"/>
                </a:lnTo>
                <a:lnTo>
                  <a:pt x="1504490" y="4699646"/>
                </a:lnTo>
                <a:lnTo>
                  <a:pt x="1501297" y="4699133"/>
                </a:lnTo>
                <a:lnTo>
                  <a:pt x="1498902" y="4698449"/>
                </a:lnTo>
                <a:lnTo>
                  <a:pt x="1496508" y="4697593"/>
                </a:lnTo>
                <a:lnTo>
                  <a:pt x="1494910" y="4696739"/>
                </a:lnTo>
                <a:lnTo>
                  <a:pt x="1493314" y="4695711"/>
                </a:lnTo>
                <a:lnTo>
                  <a:pt x="1492117" y="4694856"/>
                </a:lnTo>
                <a:lnTo>
                  <a:pt x="1490919" y="4693831"/>
                </a:lnTo>
                <a:lnTo>
                  <a:pt x="1490520" y="4692804"/>
                </a:lnTo>
                <a:lnTo>
                  <a:pt x="1490120" y="4691607"/>
                </a:lnTo>
                <a:lnTo>
                  <a:pt x="1489721" y="4689383"/>
                </a:lnTo>
                <a:lnTo>
                  <a:pt x="1490120" y="4686817"/>
                </a:lnTo>
                <a:lnTo>
                  <a:pt x="1490919" y="4684422"/>
                </a:lnTo>
                <a:lnTo>
                  <a:pt x="1492915" y="4678949"/>
                </a:lnTo>
                <a:lnTo>
                  <a:pt x="1493713" y="4676554"/>
                </a:lnTo>
                <a:lnTo>
                  <a:pt x="1494112" y="4673988"/>
                </a:lnTo>
                <a:lnTo>
                  <a:pt x="1493713" y="4671765"/>
                </a:lnTo>
                <a:lnTo>
                  <a:pt x="1493314" y="4670567"/>
                </a:lnTo>
                <a:lnTo>
                  <a:pt x="1492915" y="4669542"/>
                </a:lnTo>
                <a:lnTo>
                  <a:pt x="1489721" y="4653975"/>
                </a:lnTo>
                <a:lnTo>
                  <a:pt x="1484931" y="4656370"/>
                </a:lnTo>
                <a:lnTo>
                  <a:pt x="1479742" y="4658594"/>
                </a:lnTo>
                <a:lnTo>
                  <a:pt x="1475750" y="4660989"/>
                </a:lnTo>
                <a:lnTo>
                  <a:pt x="1472158" y="4663383"/>
                </a:lnTo>
                <a:lnTo>
                  <a:pt x="1468564" y="4665778"/>
                </a:lnTo>
                <a:lnTo>
                  <a:pt x="1465371" y="4668344"/>
                </a:lnTo>
                <a:lnTo>
                  <a:pt x="1462578" y="4671080"/>
                </a:lnTo>
                <a:lnTo>
                  <a:pt x="1460182" y="4673647"/>
                </a:lnTo>
                <a:lnTo>
                  <a:pt x="1457787" y="4676212"/>
                </a:lnTo>
                <a:lnTo>
                  <a:pt x="1455792" y="4678949"/>
                </a:lnTo>
                <a:lnTo>
                  <a:pt x="1452200" y="4684422"/>
                </a:lnTo>
                <a:lnTo>
                  <a:pt x="1449005" y="4690067"/>
                </a:lnTo>
                <a:lnTo>
                  <a:pt x="1446211" y="4695541"/>
                </a:lnTo>
                <a:lnTo>
                  <a:pt x="1441820" y="4707001"/>
                </a:lnTo>
                <a:lnTo>
                  <a:pt x="1439426" y="4712646"/>
                </a:lnTo>
                <a:lnTo>
                  <a:pt x="1436632" y="4718290"/>
                </a:lnTo>
                <a:lnTo>
                  <a:pt x="1433438" y="4723764"/>
                </a:lnTo>
                <a:lnTo>
                  <a:pt x="1429446" y="4729238"/>
                </a:lnTo>
                <a:lnTo>
                  <a:pt x="1427051" y="4731803"/>
                </a:lnTo>
                <a:lnTo>
                  <a:pt x="1424257" y="4734369"/>
                </a:lnTo>
                <a:lnTo>
                  <a:pt x="1421463" y="4736935"/>
                </a:lnTo>
                <a:lnTo>
                  <a:pt x="1417871" y="4739672"/>
                </a:lnTo>
                <a:lnTo>
                  <a:pt x="1416673" y="4742921"/>
                </a:lnTo>
                <a:lnTo>
                  <a:pt x="1415076" y="4746172"/>
                </a:lnTo>
                <a:lnTo>
                  <a:pt x="1413081" y="4749421"/>
                </a:lnTo>
                <a:lnTo>
                  <a:pt x="1410685" y="4752501"/>
                </a:lnTo>
                <a:lnTo>
                  <a:pt x="1408290" y="4755750"/>
                </a:lnTo>
                <a:lnTo>
                  <a:pt x="1405496" y="4758658"/>
                </a:lnTo>
                <a:lnTo>
                  <a:pt x="1402303" y="4761566"/>
                </a:lnTo>
                <a:lnTo>
                  <a:pt x="1399110" y="4764474"/>
                </a:lnTo>
                <a:lnTo>
                  <a:pt x="1395517" y="4767382"/>
                </a:lnTo>
                <a:lnTo>
                  <a:pt x="1391924" y="4770289"/>
                </a:lnTo>
                <a:lnTo>
                  <a:pt x="1383143" y="4775764"/>
                </a:lnTo>
                <a:lnTo>
                  <a:pt x="1374360" y="4781066"/>
                </a:lnTo>
                <a:lnTo>
                  <a:pt x="1364781" y="4786369"/>
                </a:lnTo>
                <a:lnTo>
                  <a:pt x="1359591" y="4787566"/>
                </a:lnTo>
                <a:lnTo>
                  <a:pt x="1354801" y="4788592"/>
                </a:lnTo>
                <a:lnTo>
                  <a:pt x="1349213" y="4789447"/>
                </a:lnTo>
                <a:lnTo>
                  <a:pt x="1344023" y="4790132"/>
                </a:lnTo>
                <a:lnTo>
                  <a:pt x="1338835" y="4790645"/>
                </a:lnTo>
                <a:lnTo>
                  <a:pt x="1334044" y="4791158"/>
                </a:lnTo>
                <a:lnTo>
                  <a:pt x="1328855" y="4791500"/>
                </a:lnTo>
                <a:lnTo>
                  <a:pt x="1323666" y="4791671"/>
                </a:lnTo>
                <a:lnTo>
                  <a:pt x="1313287" y="4791842"/>
                </a:lnTo>
                <a:lnTo>
                  <a:pt x="1303308" y="4791671"/>
                </a:lnTo>
                <a:lnTo>
                  <a:pt x="1293329" y="4791158"/>
                </a:lnTo>
                <a:lnTo>
                  <a:pt x="1282950" y="4790645"/>
                </a:lnTo>
                <a:lnTo>
                  <a:pt x="1272970" y="4789789"/>
                </a:lnTo>
                <a:lnTo>
                  <a:pt x="1262593" y="4788763"/>
                </a:lnTo>
                <a:lnTo>
                  <a:pt x="1242235" y="4786882"/>
                </a:lnTo>
                <a:lnTo>
                  <a:pt x="1232255" y="4786027"/>
                </a:lnTo>
                <a:lnTo>
                  <a:pt x="1221878" y="4785342"/>
                </a:lnTo>
                <a:lnTo>
                  <a:pt x="1211897" y="4784829"/>
                </a:lnTo>
                <a:lnTo>
                  <a:pt x="1201519" y="4784658"/>
                </a:lnTo>
                <a:lnTo>
                  <a:pt x="1191140" y="4785171"/>
                </a:lnTo>
                <a:lnTo>
                  <a:pt x="1180363" y="4785513"/>
                </a:lnTo>
                <a:lnTo>
                  <a:pt x="1169586" y="4785513"/>
                </a:lnTo>
                <a:lnTo>
                  <a:pt x="1158807" y="4785342"/>
                </a:lnTo>
                <a:lnTo>
                  <a:pt x="1147232" y="4784829"/>
                </a:lnTo>
                <a:lnTo>
                  <a:pt x="1136055" y="4784144"/>
                </a:lnTo>
                <a:lnTo>
                  <a:pt x="1125278" y="4783289"/>
                </a:lnTo>
                <a:lnTo>
                  <a:pt x="1113701" y="4782092"/>
                </a:lnTo>
                <a:lnTo>
                  <a:pt x="1102524" y="4780553"/>
                </a:lnTo>
                <a:lnTo>
                  <a:pt x="1090949" y="4779013"/>
                </a:lnTo>
                <a:lnTo>
                  <a:pt x="1080171" y="4777303"/>
                </a:lnTo>
                <a:lnTo>
                  <a:pt x="1069393" y="4775421"/>
                </a:lnTo>
                <a:lnTo>
                  <a:pt x="1058216" y="4773369"/>
                </a:lnTo>
                <a:lnTo>
                  <a:pt x="1047438" y="4771144"/>
                </a:lnTo>
                <a:lnTo>
                  <a:pt x="1037060" y="4768751"/>
                </a:lnTo>
                <a:lnTo>
                  <a:pt x="1027081" y="4765843"/>
                </a:lnTo>
                <a:lnTo>
                  <a:pt x="1016702" y="4763105"/>
                </a:lnTo>
                <a:lnTo>
                  <a:pt x="1006723" y="4760369"/>
                </a:lnTo>
                <a:lnTo>
                  <a:pt x="997143" y="4757290"/>
                </a:lnTo>
                <a:lnTo>
                  <a:pt x="987961" y="4754211"/>
                </a:lnTo>
                <a:lnTo>
                  <a:pt x="978781" y="4750790"/>
                </a:lnTo>
                <a:lnTo>
                  <a:pt x="970398" y="4747369"/>
                </a:lnTo>
                <a:lnTo>
                  <a:pt x="962415" y="4743948"/>
                </a:lnTo>
                <a:lnTo>
                  <a:pt x="954432" y="4740356"/>
                </a:lnTo>
                <a:lnTo>
                  <a:pt x="947247" y="4736422"/>
                </a:lnTo>
                <a:lnTo>
                  <a:pt x="940461" y="4732659"/>
                </a:lnTo>
                <a:lnTo>
                  <a:pt x="934074" y="4728895"/>
                </a:lnTo>
                <a:lnTo>
                  <a:pt x="928086" y="4724790"/>
                </a:lnTo>
                <a:lnTo>
                  <a:pt x="922897" y="4720856"/>
                </a:lnTo>
                <a:lnTo>
                  <a:pt x="918506" y="4716751"/>
                </a:lnTo>
                <a:lnTo>
                  <a:pt x="914515" y="4712646"/>
                </a:lnTo>
                <a:lnTo>
                  <a:pt x="910921" y="4708370"/>
                </a:lnTo>
                <a:lnTo>
                  <a:pt x="908526" y="4707001"/>
                </a:lnTo>
                <a:lnTo>
                  <a:pt x="906930" y="4705462"/>
                </a:lnTo>
                <a:lnTo>
                  <a:pt x="906531" y="4703922"/>
                </a:lnTo>
                <a:lnTo>
                  <a:pt x="906930" y="4702212"/>
                </a:lnTo>
                <a:lnTo>
                  <a:pt x="903338" y="4699988"/>
                </a:lnTo>
                <a:lnTo>
                  <a:pt x="900144" y="4697422"/>
                </a:lnTo>
                <a:lnTo>
                  <a:pt x="897749" y="4694856"/>
                </a:lnTo>
                <a:lnTo>
                  <a:pt x="895754" y="4692120"/>
                </a:lnTo>
                <a:lnTo>
                  <a:pt x="894157" y="4689383"/>
                </a:lnTo>
                <a:lnTo>
                  <a:pt x="893357" y="4686646"/>
                </a:lnTo>
                <a:lnTo>
                  <a:pt x="891762" y="4680489"/>
                </a:lnTo>
                <a:lnTo>
                  <a:pt x="890164" y="4674331"/>
                </a:lnTo>
                <a:lnTo>
                  <a:pt x="889366" y="4670909"/>
                </a:lnTo>
                <a:lnTo>
                  <a:pt x="888169" y="4667318"/>
                </a:lnTo>
                <a:lnTo>
                  <a:pt x="886572" y="4663896"/>
                </a:lnTo>
                <a:lnTo>
                  <a:pt x="884577" y="4660305"/>
                </a:lnTo>
                <a:lnTo>
                  <a:pt x="881782" y="4656713"/>
                </a:lnTo>
                <a:lnTo>
                  <a:pt x="878589" y="4652607"/>
                </a:lnTo>
                <a:lnTo>
                  <a:pt x="873798" y="4661502"/>
                </a:lnTo>
                <a:lnTo>
                  <a:pt x="869408" y="4670226"/>
                </a:lnTo>
                <a:lnTo>
                  <a:pt x="860626" y="4687159"/>
                </a:lnTo>
                <a:lnTo>
                  <a:pt x="852642" y="4703580"/>
                </a:lnTo>
                <a:lnTo>
                  <a:pt x="845058" y="4719488"/>
                </a:lnTo>
                <a:lnTo>
                  <a:pt x="841067" y="4727356"/>
                </a:lnTo>
                <a:lnTo>
                  <a:pt x="836676" y="4735054"/>
                </a:lnTo>
                <a:lnTo>
                  <a:pt x="831886" y="4742751"/>
                </a:lnTo>
                <a:lnTo>
                  <a:pt x="826696" y="4750276"/>
                </a:lnTo>
                <a:lnTo>
                  <a:pt x="821507" y="4757632"/>
                </a:lnTo>
                <a:lnTo>
                  <a:pt x="815920" y="4764987"/>
                </a:lnTo>
                <a:lnTo>
                  <a:pt x="809532" y="4772342"/>
                </a:lnTo>
                <a:lnTo>
                  <a:pt x="802746" y="4779355"/>
                </a:lnTo>
                <a:lnTo>
                  <a:pt x="711735" y="4934840"/>
                </a:lnTo>
                <a:lnTo>
                  <a:pt x="712134" y="4934840"/>
                </a:lnTo>
                <a:lnTo>
                  <a:pt x="710538" y="4940485"/>
                </a:lnTo>
                <a:lnTo>
                  <a:pt x="708941" y="4946130"/>
                </a:lnTo>
                <a:lnTo>
                  <a:pt x="704550" y="4957248"/>
                </a:lnTo>
                <a:lnTo>
                  <a:pt x="699362" y="4968366"/>
                </a:lnTo>
                <a:lnTo>
                  <a:pt x="693373" y="4979143"/>
                </a:lnTo>
                <a:lnTo>
                  <a:pt x="686986" y="4989918"/>
                </a:lnTo>
                <a:lnTo>
                  <a:pt x="679801" y="5000695"/>
                </a:lnTo>
                <a:lnTo>
                  <a:pt x="671817" y="5011299"/>
                </a:lnTo>
                <a:lnTo>
                  <a:pt x="663037" y="5021733"/>
                </a:lnTo>
                <a:lnTo>
                  <a:pt x="654255" y="5032167"/>
                </a:lnTo>
                <a:lnTo>
                  <a:pt x="645073" y="5042601"/>
                </a:lnTo>
                <a:lnTo>
                  <a:pt x="635094" y="5053035"/>
                </a:lnTo>
                <a:lnTo>
                  <a:pt x="625115" y="5063299"/>
                </a:lnTo>
                <a:lnTo>
                  <a:pt x="604358" y="5083995"/>
                </a:lnTo>
                <a:lnTo>
                  <a:pt x="582803" y="5104351"/>
                </a:lnTo>
                <a:lnTo>
                  <a:pt x="580806" y="5106232"/>
                </a:lnTo>
                <a:lnTo>
                  <a:pt x="578411" y="5108114"/>
                </a:lnTo>
                <a:lnTo>
                  <a:pt x="576017" y="5109311"/>
                </a:lnTo>
                <a:lnTo>
                  <a:pt x="574020" y="5110337"/>
                </a:lnTo>
                <a:lnTo>
                  <a:pt x="571626" y="5111192"/>
                </a:lnTo>
                <a:lnTo>
                  <a:pt x="568433" y="5111706"/>
                </a:lnTo>
                <a:lnTo>
                  <a:pt x="566037" y="5112048"/>
                </a:lnTo>
                <a:lnTo>
                  <a:pt x="563642" y="5112219"/>
                </a:lnTo>
                <a:lnTo>
                  <a:pt x="561247" y="5112390"/>
                </a:lnTo>
                <a:lnTo>
                  <a:pt x="558453" y="5112390"/>
                </a:lnTo>
                <a:lnTo>
                  <a:pt x="553264" y="5112048"/>
                </a:lnTo>
                <a:lnTo>
                  <a:pt x="547276" y="5111706"/>
                </a:lnTo>
                <a:lnTo>
                  <a:pt x="541688" y="5111535"/>
                </a:lnTo>
                <a:lnTo>
                  <a:pt x="515343" y="5111706"/>
                </a:lnTo>
                <a:lnTo>
                  <a:pt x="489397" y="5112048"/>
                </a:lnTo>
                <a:lnTo>
                  <a:pt x="437504" y="5112732"/>
                </a:lnTo>
                <a:lnTo>
                  <a:pt x="414352" y="5113587"/>
                </a:lnTo>
                <a:lnTo>
                  <a:pt x="402377" y="5114100"/>
                </a:lnTo>
                <a:lnTo>
                  <a:pt x="390800" y="5114614"/>
                </a:lnTo>
                <a:lnTo>
                  <a:pt x="379224" y="5114785"/>
                </a:lnTo>
                <a:lnTo>
                  <a:pt x="367648" y="5114785"/>
                </a:lnTo>
                <a:lnTo>
                  <a:pt x="356871" y="5114614"/>
                </a:lnTo>
                <a:lnTo>
                  <a:pt x="346094" y="5113930"/>
                </a:lnTo>
                <a:lnTo>
                  <a:pt x="340505" y="5113587"/>
                </a:lnTo>
                <a:lnTo>
                  <a:pt x="335317" y="5112903"/>
                </a:lnTo>
                <a:lnTo>
                  <a:pt x="330126" y="5112219"/>
                </a:lnTo>
                <a:lnTo>
                  <a:pt x="325336" y="5111535"/>
                </a:lnTo>
                <a:lnTo>
                  <a:pt x="320148" y="5110509"/>
                </a:lnTo>
                <a:lnTo>
                  <a:pt x="315357" y="5109482"/>
                </a:lnTo>
                <a:lnTo>
                  <a:pt x="310966" y="5108285"/>
                </a:lnTo>
                <a:lnTo>
                  <a:pt x="306176" y="5106916"/>
                </a:lnTo>
                <a:lnTo>
                  <a:pt x="301786" y="5105206"/>
                </a:lnTo>
                <a:lnTo>
                  <a:pt x="297395" y="5103496"/>
                </a:lnTo>
                <a:lnTo>
                  <a:pt x="293403" y="5101614"/>
                </a:lnTo>
                <a:lnTo>
                  <a:pt x="289411" y="5099561"/>
                </a:lnTo>
                <a:lnTo>
                  <a:pt x="285419" y="5097338"/>
                </a:lnTo>
                <a:lnTo>
                  <a:pt x="281827" y="5094772"/>
                </a:lnTo>
                <a:lnTo>
                  <a:pt x="278235" y="5091864"/>
                </a:lnTo>
                <a:lnTo>
                  <a:pt x="274643" y="5089127"/>
                </a:lnTo>
                <a:lnTo>
                  <a:pt x="271448" y="5089127"/>
                </a:lnTo>
                <a:lnTo>
                  <a:pt x="267856" y="5089469"/>
                </a:lnTo>
                <a:lnTo>
                  <a:pt x="264663" y="5089811"/>
                </a:lnTo>
                <a:lnTo>
                  <a:pt x="261070" y="5090325"/>
                </a:lnTo>
                <a:lnTo>
                  <a:pt x="254683" y="5091522"/>
                </a:lnTo>
                <a:lnTo>
                  <a:pt x="248297" y="5093061"/>
                </a:lnTo>
                <a:lnTo>
                  <a:pt x="241511" y="5094772"/>
                </a:lnTo>
                <a:lnTo>
                  <a:pt x="235523" y="5096482"/>
                </a:lnTo>
                <a:lnTo>
                  <a:pt x="229136" y="5098192"/>
                </a:lnTo>
                <a:lnTo>
                  <a:pt x="222750" y="5099733"/>
                </a:lnTo>
                <a:lnTo>
                  <a:pt x="216363" y="5101101"/>
                </a:lnTo>
                <a:lnTo>
                  <a:pt x="209576" y="5102298"/>
                </a:lnTo>
                <a:lnTo>
                  <a:pt x="205984" y="5102641"/>
                </a:lnTo>
                <a:lnTo>
                  <a:pt x="202791" y="5102982"/>
                </a:lnTo>
                <a:lnTo>
                  <a:pt x="199198" y="5103153"/>
                </a:lnTo>
                <a:lnTo>
                  <a:pt x="196006" y="5103325"/>
                </a:lnTo>
                <a:lnTo>
                  <a:pt x="192412" y="5103153"/>
                </a:lnTo>
                <a:lnTo>
                  <a:pt x="188820" y="5102982"/>
                </a:lnTo>
                <a:lnTo>
                  <a:pt x="185228" y="5102641"/>
                </a:lnTo>
                <a:lnTo>
                  <a:pt x="181236" y="5102128"/>
                </a:lnTo>
                <a:lnTo>
                  <a:pt x="177244" y="5101443"/>
                </a:lnTo>
                <a:lnTo>
                  <a:pt x="173252" y="5100417"/>
                </a:lnTo>
                <a:lnTo>
                  <a:pt x="169260" y="5099390"/>
                </a:lnTo>
                <a:lnTo>
                  <a:pt x="165268" y="5098023"/>
                </a:lnTo>
                <a:lnTo>
                  <a:pt x="159681" y="5099733"/>
                </a:lnTo>
                <a:lnTo>
                  <a:pt x="153692" y="5101443"/>
                </a:lnTo>
                <a:lnTo>
                  <a:pt x="150899" y="5102298"/>
                </a:lnTo>
                <a:lnTo>
                  <a:pt x="148503" y="5103325"/>
                </a:lnTo>
                <a:lnTo>
                  <a:pt x="146507" y="5104351"/>
                </a:lnTo>
                <a:lnTo>
                  <a:pt x="145310" y="5105377"/>
                </a:lnTo>
                <a:lnTo>
                  <a:pt x="134133" y="5116838"/>
                </a:lnTo>
                <a:lnTo>
                  <a:pt x="124154" y="5126758"/>
                </a:lnTo>
                <a:lnTo>
                  <a:pt x="115372" y="5135482"/>
                </a:lnTo>
                <a:lnTo>
                  <a:pt x="106591" y="5142665"/>
                </a:lnTo>
                <a:lnTo>
                  <a:pt x="102599" y="5145916"/>
                </a:lnTo>
                <a:lnTo>
                  <a:pt x="98607" y="5148824"/>
                </a:lnTo>
                <a:lnTo>
                  <a:pt x="94615" y="5151732"/>
                </a:lnTo>
                <a:lnTo>
                  <a:pt x="90224" y="5154126"/>
                </a:lnTo>
                <a:lnTo>
                  <a:pt x="85833" y="5156350"/>
                </a:lnTo>
                <a:lnTo>
                  <a:pt x="81442" y="5158231"/>
                </a:lnTo>
                <a:lnTo>
                  <a:pt x="76253" y="5159942"/>
                </a:lnTo>
                <a:lnTo>
                  <a:pt x="71463" y="5161481"/>
                </a:lnTo>
                <a:lnTo>
                  <a:pt x="66274" y="5162850"/>
                </a:lnTo>
                <a:lnTo>
                  <a:pt x="61086" y="5164218"/>
                </a:lnTo>
                <a:lnTo>
                  <a:pt x="55097" y="5165244"/>
                </a:lnTo>
                <a:lnTo>
                  <a:pt x="49110" y="5165929"/>
                </a:lnTo>
                <a:lnTo>
                  <a:pt x="41925" y="5166613"/>
                </a:lnTo>
                <a:lnTo>
                  <a:pt x="34740" y="5167127"/>
                </a:lnTo>
                <a:lnTo>
                  <a:pt x="27156" y="5167640"/>
                </a:lnTo>
                <a:lnTo>
                  <a:pt x="19172" y="5167810"/>
                </a:lnTo>
                <a:lnTo>
                  <a:pt x="9991" y="5167981"/>
                </a:lnTo>
                <a:lnTo>
                  <a:pt x="810" y="5168153"/>
                </a:lnTo>
                <a:lnTo>
                  <a:pt x="0" y="5168146"/>
                </a:lnTo>
                <a:lnTo>
                  <a:pt x="0" y="90978"/>
                </a:lnTo>
                <a:lnTo>
                  <a:pt x="83" y="90815"/>
                </a:lnTo>
                <a:lnTo>
                  <a:pt x="6870" y="78446"/>
                </a:lnTo>
                <a:lnTo>
                  <a:pt x="12458" y="65751"/>
                </a:lnTo>
                <a:lnTo>
                  <a:pt x="17646" y="53057"/>
                </a:lnTo>
                <a:lnTo>
                  <a:pt x="20042" y="46872"/>
                </a:lnTo>
                <a:lnTo>
                  <a:pt x="22038" y="40037"/>
                </a:lnTo>
                <a:lnTo>
                  <a:pt x="23635" y="33852"/>
                </a:lnTo>
                <a:lnTo>
                  <a:pt x="24832" y="27342"/>
                </a:lnTo>
                <a:lnTo>
                  <a:pt x="26030" y="20507"/>
                </a:lnTo>
                <a:lnTo>
                  <a:pt x="26828" y="13997"/>
                </a:lnTo>
                <a:lnTo>
                  <a:pt x="26828" y="12369"/>
                </a:lnTo>
                <a:lnTo>
                  <a:pt x="27627" y="10742"/>
                </a:lnTo>
                <a:lnTo>
                  <a:pt x="28824" y="9439"/>
                </a:lnTo>
                <a:lnTo>
                  <a:pt x="30022" y="7813"/>
                </a:lnTo>
                <a:lnTo>
                  <a:pt x="33215" y="5209"/>
                </a:lnTo>
                <a:lnTo>
                  <a:pt x="36807" y="3255"/>
                </a:lnTo>
                <a:lnTo>
                  <a:pt x="39601" y="2279"/>
                </a:lnTo>
                <a:lnTo>
                  <a:pt x="43593" y="1303"/>
                </a:lnTo>
                <a:lnTo>
                  <a:pt x="48783" y="651"/>
                </a:lnTo>
                <a:lnTo>
                  <a:pt x="54371" y="326"/>
                </a:lnTo>
                <a:close/>
              </a:path>
            </a:pathLst>
          </a:custGeom>
          <a:solidFill>
            <a:srgbClr val="fb6a01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79600" y="1793160"/>
            <a:ext cx="11395080" cy="272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5400" spc="-1" strike="noStrike" cap="all">
                <a:solidFill>
                  <a:schemeClr val="lt1"/>
                </a:solidFill>
                <a:latin typeface="Calibri"/>
              </a:rPr>
              <a:t>COMPUTATIONAL BIOLOGIST AND FULL-STACK BIOINFORMATICS DATA SCIENCE ENGINEERING BOOTCAMP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89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84200" y="4675320"/>
            <a:ext cx="4709880" cy="360"/>
          </a:xfrm>
          <a:prstGeom prst="straightConnector1">
            <a:avLst/>
          </a:prstGeom>
          <a:ln w="38100">
            <a:solidFill>
              <a:srgbClr val="ffffff"/>
            </a:solidFill>
          </a:ln>
        </p:spPr>
      </p:cxn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717240" y="4672080"/>
            <a:ext cx="4950720" cy="60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 Light"/>
              </a:rPr>
              <a:t>(Week 4, Session 2)</a:t>
            </a:r>
            <a:endParaRPr b="0" lang="en-US" sz="2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0"/>
          </p:nvPr>
        </p:nvSpPr>
        <p:spPr>
          <a:xfrm>
            <a:off x="912564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905A66-7F0C-423C-AB07-DD6F2E280FC0}" type="slidenum">
              <a:rPr b="0" lang="en-US" sz="18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2" name="Picture 8" descr=""/>
          <p:cNvPicPr/>
          <p:nvPr/>
        </p:nvPicPr>
        <p:blipFill>
          <a:blip r:embed="rId1"/>
          <a:stretch/>
        </p:blipFill>
        <p:spPr>
          <a:xfrm>
            <a:off x="9192960" y="6327000"/>
            <a:ext cx="2314440" cy="352080"/>
          </a:xfrm>
          <a:prstGeom prst="rect">
            <a:avLst/>
          </a:prstGeom>
          <a:ln w="0">
            <a:noFill/>
          </a:ln>
        </p:spPr>
      </p:pic>
      <p:pic>
        <p:nvPicPr>
          <p:cNvPr id="93" name="Picture 9" descr=""/>
          <p:cNvPicPr/>
          <p:nvPr/>
        </p:nvPicPr>
        <p:blipFill>
          <a:blip r:embed="rId2"/>
          <a:stretch/>
        </p:blipFill>
        <p:spPr>
          <a:xfrm>
            <a:off x="195840" y="115560"/>
            <a:ext cx="582840" cy="54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08160" y="768600"/>
            <a:ext cx="7716240" cy="400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6000" spc="-1" strike="noStrike" cap="all">
                <a:solidFill>
                  <a:schemeClr val="dk1"/>
                </a:solidFill>
                <a:latin typeface="Bahnschrift"/>
                <a:ea typeface="Verdana"/>
              </a:rPr>
              <a:t>Understanding </a:t>
            </a:r>
            <a:br>
              <a:rPr sz="6000"/>
            </a:br>
            <a:r>
              <a:rPr b="1" lang="en-US" sz="6000" spc="-1" strike="noStrike" cap="all">
                <a:solidFill>
                  <a:schemeClr val="dk1"/>
                </a:solidFill>
                <a:latin typeface="Bahnschrift"/>
                <a:ea typeface="Verdana"/>
              </a:rPr>
              <a:t>Merging </a:t>
            </a:r>
            <a:br>
              <a:rPr sz="6000"/>
            </a:br>
            <a:r>
              <a:rPr b="1" lang="en-US" sz="6000" spc="-1" strike="noStrike" cap="all">
                <a:solidFill>
                  <a:schemeClr val="dk1"/>
                </a:solidFill>
                <a:latin typeface="Bahnschrift"/>
                <a:ea typeface="Verdana"/>
              </a:rPr>
              <a:t>Heterogeneous </a:t>
            </a:r>
            <a:br>
              <a:rPr sz="6000"/>
            </a:br>
            <a:r>
              <a:rPr b="1" lang="en-US" sz="6000" spc="-1" strike="noStrike" cap="all">
                <a:solidFill>
                  <a:schemeClr val="dk1"/>
                </a:solidFill>
                <a:latin typeface="Bahnschrift"/>
                <a:ea typeface="Verdana"/>
              </a:rPr>
              <a:t>Data</a:t>
            </a:r>
            <a:br>
              <a:rPr sz="2400"/>
            </a:b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337440" y="3886200"/>
            <a:ext cx="53211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GB" sz="2400" spc="-1" strike="noStrike" u="sng">
                <a:solidFill>
                  <a:schemeClr val="dk1"/>
                </a:solidFill>
                <a:uFillTx/>
                <a:latin typeface="Calibri Light"/>
              </a:rPr>
              <a:t>INSTRUCTOR:</a:t>
            </a:r>
            <a:r>
              <a:rPr b="1" lang="en-GB" sz="2400" spc="-1" strike="noStrike">
                <a:solidFill>
                  <a:srgbClr val="fb6a01"/>
                </a:solidFill>
                <a:latin typeface="Calibri Light"/>
              </a:rPr>
              <a:t> Uche Stephen</a:t>
            </a:r>
            <a:endParaRPr b="0" lang="en-US" sz="2400" spc="-1" strike="noStrike">
              <a:solidFill>
                <a:schemeClr val="dk1"/>
              </a:solidFill>
              <a:latin typeface="Calibri Light"/>
            </a:endParaRPr>
          </a:p>
        </p:txBody>
      </p:sp>
      <p:pic>
        <p:nvPicPr>
          <p:cNvPr id="96" name="Picture 2" descr=""/>
          <p:cNvPicPr/>
          <p:nvPr/>
        </p:nvPicPr>
        <p:blipFill>
          <a:blip r:embed="rId1"/>
          <a:stretch/>
        </p:blipFill>
        <p:spPr>
          <a:xfrm>
            <a:off x="10937160" y="5793480"/>
            <a:ext cx="820440" cy="76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5" descr=""/>
          <p:cNvPicPr/>
          <p:nvPr/>
        </p:nvPicPr>
        <p:blipFill>
          <a:blip r:embed="rId1"/>
          <a:stretch/>
        </p:blipFill>
        <p:spPr>
          <a:xfrm>
            <a:off x="367560" y="245520"/>
            <a:ext cx="4571640" cy="6318720"/>
          </a:xfrm>
          <a:prstGeom prst="rect">
            <a:avLst/>
          </a:prstGeom>
          <a:ln w="0">
            <a:noFill/>
          </a:ln>
        </p:spPr>
      </p:pic>
      <p:pic>
        <p:nvPicPr>
          <p:cNvPr id="98" name="Picture 8" descr=""/>
          <p:cNvPicPr/>
          <p:nvPr/>
        </p:nvPicPr>
        <p:blipFill>
          <a:blip r:embed="rId2"/>
          <a:stretch/>
        </p:blipFill>
        <p:spPr>
          <a:xfrm>
            <a:off x="11343240" y="6073200"/>
            <a:ext cx="776880" cy="725040"/>
          </a:xfrm>
          <a:prstGeom prst="rect">
            <a:avLst/>
          </a:prstGeom>
          <a:ln w="0">
            <a:noFill/>
          </a:ln>
        </p:spPr>
      </p:pic>
      <p:sp>
        <p:nvSpPr>
          <p:cNvPr id="99" name="TextBox 9"/>
          <p:cNvSpPr/>
          <p:nvPr/>
        </p:nvSpPr>
        <p:spPr>
          <a:xfrm>
            <a:off x="5500080" y="1119240"/>
            <a:ext cx="6031800" cy="612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Biological systems are inherently complex and multi-dimensional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, requiring data-driven insights from multiple perspectives.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Integrative approaches in </a:t>
            </a: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systems biology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 unlock hidden biological insights, enabling functional annotation, pathway reconstruction, and precision medicine.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When integrating </a:t>
            </a: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heterogeneous biological data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 (like clinical data, CNVs, RNA-Seq, and proteomics), researchers face </a:t>
            </a: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two major types of challenges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1. </a:t>
            </a: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Semantic Challenges - 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These involve issues related to the </a:t>
            </a: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interpretation, labeling, and compatibility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 of data across sources.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2. </a:t>
            </a: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Technical Challenges - 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These relate to how the data is </a:t>
            </a: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formatted, structured, and stored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, and how easily it can be combined computationally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ectangle 13"/>
          <p:cNvSpPr/>
          <p:nvPr/>
        </p:nvSpPr>
        <p:spPr>
          <a:xfrm>
            <a:off x="9375840" y="6414480"/>
            <a:ext cx="1992600" cy="26568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101" name="TextBox 16"/>
          <p:cNvSpPr/>
          <p:nvPr/>
        </p:nvSpPr>
        <p:spPr>
          <a:xfrm>
            <a:off x="5500080" y="364680"/>
            <a:ext cx="47764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3200" spc="-1" strike="noStrike">
                <a:solidFill>
                  <a:schemeClr val="dk1"/>
                </a:solidFill>
                <a:latin typeface="Calibri"/>
              </a:rPr>
              <a:t>Introduction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8" descr=""/>
          <p:cNvPicPr/>
          <p:nvPr/>
        </p:nvPicPr>
        <p:blipFill>
          <a:blip r:embed="rId1"/>
          <a:stretch/>
        </p:blipFill>
        <p:spPr>
          <a:xfrm>
            <a:off x="11439360" y="6098040"/>
            <a:ext cx="752400" cy="759600"/>
          </a:xfrm>
          <a:prstGeom prst="rect">
            <a:avLst/>
          </a:prstGeom>
          <a:ln w="0">
            <a:noFill/>
          </a:ln>
        </p:spPr>
      </p:pic>
      <p:sp>
        <p:nvSpPr>
          <p:cNvPr id="103" name="TextBox 9"/>
          <p:cNvSpPr/>
          <p:nvPr/>
        </p:nvSpPr>
        <p:spPr>
          <a:xfrm>
            <a:off x="217800" y="324000"/>
            <a:ext cx="5309280" cy="63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In computational biology and clinical informatics, integrating data is not just about merging spreadsheets. It requires addressing </a:t>
            </a: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two fundamentally different—but equally important—dimensions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 of complexity: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1" lang="en-GB" sz="1800" spc="-1" strike="noStrike">
                <a:solidFill>
                  <a:srgbClr val="ff0000"/>
                </a:solidFill>
                <a:latin typeface="Calibri"/>
              </a:rPr>
              <a:t>cross-institution &amp; cross-modality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Together, </a:t>
            </a: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cross-institutional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 (Combining similar types of data across different locations and organizations) and </a:t>
            </a: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cross-modality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 (Combining different types of biological and clinical data for the same patient or sample) </a:t>
            </a: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integration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 make it possible to: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Build more accurate disease prediction models.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Conduct multi-center studies with harmonized data.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Develop personalized medicine tools powered by full biological context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Combining heterogeneous omics data enhances biomarker discovery, diagnosis, and prediction accuracy. Systems-level analysis becomes possible.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N.B: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 Both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Semantic challenges &amp; Technical challenges must also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 be addressed for reliable multi-omics data integration in computational biology.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5527440" y="334440"/>
            <a:ext cx="540432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2800" spc="-1" strike="noStrike">
                <a:solidFill>
                  <a:schemeClr val="dk1"/>
                </a:solidFill>
                <a:latin typeface="Calibri"/>
              </a:rPr>
              <a:t>Why Merge Heterogeneous Data?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 2"/>
          <p:cNvSpPr/>
          <p:nvPr/>
        </p:nvSpPr>
        <p:spPr>
          <a:xfrm>
            <a:off x="9280440" y="6478200"/>
            <a:ext cx="2158560" cy="1407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6" name="Picture 7" descr=""/>
          <p:cNvPicPr/>
          <p:nvPr/>
        </p:nvPicPr>
        <p:blipFill>
          <a:blip r:embed="rId2"/>
          <a:stretch/>
        </p:blipFill>
        <p:spPr>
          <a:xfrm>
            <a:off x="5527440" y="1110960"/>
            <a:ext cx="5911560" cy="5544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428400"/>
            <a:ext cx="10515240" cy="63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600" spc="-1" strike="noStrike" cap="all">
                <a:solidFill>
                  <a:schemeClr val="dk1"/>
                </a:solidFill>
                <a:latin typeface="Calibri"/>
              </a:rPr>
              <a:t>Omics Data Overview &amp; Modalities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ldNum" idx="21"/>
          </p:nvPr>
        </p:nvSpPr>
        <p:spPr>
          <a:xfrm>
            <a:off x="912564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49C4BA-EC94-41C7-BBCA-55D453B822C9}" type="slidenum">
              <a:rPr b="0" lang="en-US" sz="18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9" name="Picture 4" descr=""/>
          <p:cNvPicPr/>
          <p:nvPr/>
        </p:nvPicPr>
        <p:blipFill>
          <a:blip r:embed="rId1"/>
          <a:stretch/>
        </p:blipFill>
        <p:spPr>
          <a:xfrm>
            <a:off x="9264600" y="6360840"/>
            <a:ext cx="2171520" cy="304560"/>
          </a:xfrm>
          <a:prstGeom prst="rect">
            <a:avLst/>
          </a:prstGeom>
          <a:ln w="0">
            <a:noFill/>
          </a:ln>
        </p:spPr>
      </p:pic>
      <p:pic>
        <p:nvPicPr>
          <p:cNvPr id="110" name="Picture 5" descr=""/>
          <p:cNvPicPr/>
          <p:nvPr/>
        </p:nvPicPr>
        <p:blipFill>
          <a:blip r:embed="rId2"/>
          <a:stretch/>
        </p:blipFill>
        <p:spPr>
          <a:xfrm>
            <a:off x="255240" y="428400"/>
            <a:ext cx="582840" cy="542880"/>
          </a:xfrm>
          <a:prstGeom prst="rect">
            <a:avLst/>
          </a:prstGeom>
          <a:ln w="0">
            <a:noFill/>
          </a:ln>
        </p:spPr>
      </p:pic>
      <p:sp>
        <p:nvSpPr>
          <p:cNvPr id="111" name="TextBox 11"/>
          <p:cNvSpPr/>
          <p:nvPr/>
        </p:nvSpPr>
        <p:spPr>
          <a:xfrm>
            <a:off x="55440" y="1557360"/>
            <a:ext cx="12136320" cy="548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Omics modalities</a:t>
            </a: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 represent distinct layers of molecular and cellular information. Each modality captures a different biological perspective, and together they describe the full complexity of life processes, from DNA to phenotype.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1800" spc="-1" strike="noStrike" u="sng">
                <a:solidFill>
                  <a:schemeClr val="dk1"/>
                </a:solidFill>
                <a:uFillTx/>
                <a:latin typeface="Calibri"/>
              </a:rPr>
              <a:t>Major Omics Modalities: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Genomics (DNA-Level):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Measures genetic sequences and structural variants (e.g., SNPs, CNVs). Represents the blueprint of potential biological function. Enables identification of inherited disease risks or cancer mutations.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Epigenomics (Regulatory Layer)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:Captures modifications like DNA methylation and histone changes. Controls gene accessibility and transcription without altering the DNA sequence. Key to understanding gene silencing, developmental stages, and environmental impacts.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Transcriptomics (RNA-Level):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Analyzes RNA molecules transcribed from DNA. Reflects gene activity and cellular response to stimuli or disease. Techniques: RNA-Seq, microarrays.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428400"/>
            <a:ext cx="10515240" cy="63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600" spc="-1" strike="noStrike" cap="all">
                <a:solidFill>
                  <a:schemeClr val="dk1"/>
                </a:solidFill>
                <a:latin typeface="Calibri"/>
              </a:rPr>
              <a:t>Omics Data Overview &amp; Modalities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ldNum" idx="22"/>
          </p:nvPr>
        </p:nvSpPr>
        <p:spPr>
          <a:xfrm>
            <a:off x="912564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DADC59-C779-42DA-8D2C-622D230DDC5B}" type="slidenum">
              <a:rPr b="0" lang="en-US" sz="18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4" name="Picture 4" descr=""/>
          <p:cNvPicPr/>
          <p:nvPr/>
        </p:nvPicPr>
        <p:blipFill>
          <a:blip r:embed="rId1"/>
          <a:stretch/>
        </p:blipFill>
        <p:spPr>
          <a:xfrm>
            <a:off x="9264600" y="6360840"/>
            <a:ext cx="2171520" cy="304560"/>
          </a:xfrm>
          <a:prstGeom prst="rect">
            <a:avLst/>
          </a:prstGeom>
          <a:ln w="0">
            <a:noFill/>
          </a:ln>
        </p:spPr>
      </p:pic>
      <p:pic>
        <p:nvPicPr>
          <p:cNvPr id="115" name="Picture 5" descr=""/>
          <p:cNvPicPr/>
          <p:nvPr/>
        </p:nvPicPr>
        <p:blipFill>
          <a:blip r:embed="rId2"/>
          <a:stretch/>
        </p:blipFill>
        <p:spPr>
          <a:xfrm>
            <a:off x="255240" y="428400"/>
            <a:ext cx="582840" cy="542880"/>
          </a:xfrm>
          <a:prstGeom prst="rect">
            <a:avLst/>
          </a:prstGeom>
          <a:ln w="0">
            <a:noFill/>
          </a:ln>
        </p:spPr>
      </p:pic>
      <p:sp>
        <p:nvSpPr>
          <p:cNvPr id="116" name="TextBox 11"/>
          <p:cNvSpPr/>
          <p:nvPr/>
        </p:nvSpPr>
        <p:spPr>
          <a:xfrm>
            <a:off x="55440" y="1557360"/>
            <a:ext cx="12136320" cy="453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Proteomics (Protein-Level)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 Quantifies proteins — the functional molecules in cells. Essential for understanding disease mechanisms and identifying drug targets.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Metabolomics (Metabolic Layer)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 Measures small molecules and metabolites — end products of cellular processes. Directly reflects physiological changes in cells, tissues, or organisms. Important for studying disease biomarkers, nutrition, and drug responses.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Microbiomics (Environmental Influence)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 Profiles the microbial populations in hosts (e.g., gut, skin). Linked to immunity, digestion, and systemic health conditions.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Phenomics (Observable Traits)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: Studies observable traits — influenced by genetics and environment. Links omics-level variations to clinical or behavioural outcomes. Supported by sensors, imaging, and digital health platforms.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428400"/>
            <a:ext cx="10515240" cy="63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600" spc="-1" strike="noStrike" cap="all">
                <a:solidFill>
                  <a:schemeClr val="dk1"/>
                </a:solidFill>
                <a:latin typeface="Calibri"/>
              </a:rPr>
              <a:t>Multi-Omics Data Modalities &amp; Integration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ldNum" idx="23"/>
          </p:nvPr>
        </p:nvSpPr>
        <p:spPr>
          <a:xfrm>
            <a:off x="912564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1FF4E7-E175-4DD3-8C67-377D1D053210}" type="slidenum">
              <a:rPr b="0" lang="en-US" sz="18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9" name="Picture 4" descr=""/>
          <p:cNvPicPr/>
          <p:nvPr/>
        </p:nvPicPr>
        <p:blipFill>
          <a:blip r:embed="rId1"/>
          <a:stretch/>
        </p:blipFill>
        <p:spPr>
          <a:xfrm>
            <a:off x="9264600" y="6360840"/>
            <a:ext cx="2171520" cy="30456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5" descr=""/>
          <p:cNvPicPr/>
          <p:nvPr/>
        </p:nvPicPr>
        <p:blipFill>
          <a:blip r:embed="rId2"/>
          <a:stretch/>
        </p:blipFill>
        <p:spPr>
          <a:xfrm>
            <a:off x="195840" y="365760"/>
            <a:ext cx="582840" cy="542880"/>
          </a:xfrm>
          <a:prstGeom prst="rect">
            <a:avLst/>
          </a:prstGeom>
          <a:ln w="0">
            <a:noFill/>
          </a:ln>
        </p:spPr>
      </p:pic>
      <p:sp>
        <p:nvSpPr>
          <p:cNvPr id="121" name="TextBox 11"/>
          <p:cNvSpPr/>
          <p:nvPr/>
        </p:nvSpPr>
        <p:spPr>
          <a:xfrm>
            <a:off x="168480" y="1693800"/>
            <a:ext cx="11854800" cy="52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Multi-omics integration</a:t>
            </a: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 involves combining multiple omics layers (e.g., genomics, transcriptomics, proteomics) from the same biological system to derive a holistic, layered view of biology.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Why Multi-Omics?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Biological systems are not linear — DNA changes do not always translate into RNA or protein-level effects.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Multi-omics captures 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causal chains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 from genotype → expression → phenotype.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Integration improves biomarker discovery, disease subtype classification, and predictive modeling.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The Omics Cascade:</a:t>
            </a:r>
            <a:br>
              <a:rPr sz="2000"/>
            </a:b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Genomics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 reveals what could happen (DNA code).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Epigenomics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 determines what is allowed (gene accessibility).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Transcriptomics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 shows what is happening (gene expression).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Proteomics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 tells what’s functioning (active protein).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Metabolomics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 reflects outcomes (cellular state).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Clinical/Phenotypic data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 anchor all layers to disease manifestations.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428400"/>
            <a:ext cx="10515240" cy="63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GB" sz="3600" spc="-1" strike="noStrike" cap="all">
                <a:solidFill>
                  <a:schemeClr val="dk1"/>
                </a:solidFill>
                <a:latin typeface="Calibri"/>
              </a:rPr>
              <a:t>Use Case in Cancer – Metastasis Prediction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ldNum" idx="24"/>
          </p:nvPr>
        </p:nvSpPr>
        <p:spPr>
          <a:xfrm>
            <a:off x="912564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ED19AE-AB8D-4EF1-A2D0-3A5E4F5A5452}" type="slidenum">
              <a:rPr b="0" lang="en-US" sz="18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24" name="Picture 4" descr=""/>
          <p:cNvPicPr/>
          <p:nvPr/>
        </p:nvPicPr>
        <p:blipFill>
          <a:blip r:embed="rId1"/>
          <a:stretch/>
        </p:blipFill>
        <p:spPr>
          <a:xfrm>
            <a:off x="9264600" y="6360840"/>
            <a:ext cx="2171520" cy="304560"/>
          </a:xfrm>
          <a:prstGeom prst="rect">
            <a:avLst/>
          </a:prstGeom>
          <a:ln w="0">
            <a:noFill/>
          </a:ln>
        </p:spPr>
      </p:pic>
      <p:pic>
        <p:nvPicPr>
          <p:cNvPr id="125" name="Picture 5" descr=""/>
          <p:cNvPicPr/>
          <p:nvPr/>
        </p:nvPicPr>
        <p:blipFill>
          <a:blip r:embed="rId2"/>
          <a:stretch/>
        </p:blipFill>
        <p:spPr>
          <a:xfrm>
            <a:off x="195840" y="428400"/>
            <a:ext cx="582840" cy="542880"/>
          </a:xfrm>
          <a:prstGeom prst="rect">
            <a:avLst/>
          </a:prstGeom>
          <a:ln w="0">
            <a:noFill/>
          </a:ln>
        </p:spPr>
      </p:pic>
      <p:sp>
        <p:nvSpPr>
          <p:cNvPr id="126" name="TextBox 11"/>
          <p:cNvSpPr/>
          <p:nvPr/>
        </p:nvSpPr>
        <p:spPr>
          <a:xfrm>
            <a:off x="195840" y="1625400"/>
            <a:ext cx="11786400" cy="49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Metastasis</a:t>
            </a: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 is a complex, multistep biological process involving genetic, epigenetic, and proteomic changes. Multi-omics integration helps identify </a:t>
            </a: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cross-layer features</a:t>
            </a: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 that predict whether a tumor will spread.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Biological Problem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Not all tumors metastasize — but existing clinical features (like size or stage) are not enough to predict it reliably. Molecular changes often precede visible clinical symptoms.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How Multi-Omics Helps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CNVs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: Identify gene amplifications or deletions that are enriched in metastasis.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RNA-Seq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: Highlight overexpressed oncogenes or silenced tumor suppressors.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Proteomics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: Detect post-transcriptional changes in signaling or invasion pathways.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Clinical Data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: Anchor molecular profiles to real patient outcomes.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Project Objective: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Use integrated CNV, RNA-Seq, proteomics, and clinical data to build a predictive algorithm for distinguishing </a:t>
            </a: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primary tumors</a:t>
            </a: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 from </a:t>
            </a: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metastatic lesions</a:t>
            </a: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8080" y="428400"/>
            <a:ext cx="10515240" cy="63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600" spc="-1" strike="noStrike" cap="all">
                <a:solidFill>
                  <a:schemeClr val="dk1"/>
                </a:solidFill>
                <a:latin typeface="Calibri"/>
              </a:rPr>
              <a:t>Challenges in Data Merging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ldNum" idx="25"/>
          </p:nvPr>
        </p:nvSpPr>
        <p:spPr>
          <a:xfrm>
            <a:off x="912564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A8BC73-DB9A-4066-BDBD-8A67FC62E619}" type="slidenum">
              <a:rPr b="0" lang="en-US" sz="18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29" name="Picture 4" descr=""/>
          <p:cNvPicPr/>
          <p:nvPr/>
        </p:nvPicPr>
        <p:blipFill>
          <a:blip r:embed="rId1"/>
          <a:stretch/>
        </p:blipFill>
        <p:spPr>
          <a:xfrm>
            <a:off x="9264600" y="6360840"/>
            <a:ext cx="2171520" cy="304560"/>
          </a:xfrm>
          <a:prstGeom prst="rect">
            <a:avLst/>
          </a:prstGeom>
          <a:ln w="0">
            <a:noFill/>
          </a:ln>
        </p:spPr>
      </p:pic>
      <p:pic>
        <p:nvPicPr>
          <p:cNvPr id="130" name="Picture 5" descr=""/>
          <p:cNvPicPr/>
          <p:nvPr/>
        </p:nvPicPr>
        <p:blipFill>
          <a:blip r:embed="rId2"/>
          <a:stretch/>
        </p:blipFill>
        <p:spPr>
          <a:xfrm>
            <a:off x="195840" y="115560"/>
            <a:ext cx="582840" cy="542880"/>
          </a:xfrm>
          <a:prstGeom prst="rect">
            <a:avLst/>
          </a:prstGeom>
          <a:ln w="0">
            <a:noFill/>
          </a:ln>
        </p:spPr>
      </p:pic>
      <p:sp>
        <p:nvSpPr>
          <p:cNvPr id="131" name="TextBox 11"/>
          <p:cNvSpPr/>
          <p:nvPr/>
        </p:nvSpPr>
        <p:spPr>
          <a:xfrm>
            <a:off x="195840" y="1704600"/>
            <a:ext cx="11668320" cy="49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Integrating multi-omics data presents several challenges: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Heterogeneous Data Types: </a:t>
            </a: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Different omics layers (e.g., genomics, transcriptomics, proteomics) produce data with varying scales, distributions, and formats, complicating integration efforts.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Missing Data: </a:t>
            </a: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Not all samples have complete data across all omics layers, leading to gaps that can bias analyses if not properly addressed 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Batch Effects: </a:t>
            </a: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Variations introduced by different laboratories, platforms, or time points can obscure true biological signals.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High Dimensionality: </a:t>
            </a: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The vast number of features compared to samples increases the risk of overfitting and computational burden.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Interpretability: </a:t>
            </a: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Complex integration models can be challenging to interpret, making it difficult to derive meaningful biological insights.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76240" y="659160"/>
            <a:ext cx="10515240" cy="63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600" spc="-1" strike="noStrike" cap="all">
                <a:solidFill>
                  <a:schemeClr val="dk1"/>
                </a:solidFill>
                <a:latin typeface="Calibri"/>
              </a:rPr>
              <a:t>Integration Strategies &amp; Tools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87440" y="1834560"/>
            <a:ext cx="5528880" cy="46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Strategies for multi-omics data integration include:</a:t>
            </a:r>
            <a:endParaRPr b="0" lang="en-US" sz="2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554400" y="2656080"/>
            <a:ext cx="5394960" cy="38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1600" spc="-1" strike="noStrike">
                <a:solidFill>
                  <a:schemeClr val="dk1"/>
                </a:solidFill>
                <a:latin typeface="Calibri"/>
              </a:rPr>
              <a:t>Early Integration (Data-Level):</a:t>
            </a:r>
            <a:r>
              <a:rPr b="0" lang="en-GB" sz="1600" spc="-1" strike="noStrike">
                <a:solidFill>
                  <a:schemeClr val="dk1"/>
                </a:solidFill>
                <a:latin typeface="Calibri"/>
              </a:rPr>
              <a:t> Combines raw or normalized data from different omics layers into a single dataset for analysis.</a:t>
            </a:r>
            <a:endParaRPr b="0" lang="en-US" sz="1600" spc="-1" strike="noStrike">
              <a:solidFill>
                <a:schemeClr val="dk1"/>
              </a:solidFill>
              <a:latin typeface="Calibri Light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1600" spc="-1" strike="noStrike">
                <a:solidFill>
                  <a:schemeClr val="dk1"/>
                </a:solidFill>
                <a:latin typeface="Calibri"/>
              </a:rPr>
              <a:t>Intermediate Integration (Feature-Level): </a:t>
            </a:r>
            <a:r>
              <a:rPr b="0" lang="en-GB" sz="1600" spc="-1" strike="noStrike">
                <a:solidFill>
                  <a:schemeClr val="dk1"/>
                </a:solidFill>
                <a:latin typeface="Calibri"/>
              </a:rPr>
              <a:t>Extracts features from each omics layer separately before combining them for joint analysis. </a:t>
            </a:r>
            <a:endParaRPr b="0" lang="en-US" sz="1600" spc="-1" strike="noStrike">
              <a:solidFill>
                <a:schemeClr val="dk1"/>
              </a:solidFill>
              <a:latin typeface="Calibri Light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1600" spc="-1" strike="noStrike">
                <a:solidFill>
                  <a:schemeClr val="dk1"/>
                </a:solidFill>
                <a:latin typeface="Calibri"/>
              </a:rPr>
              <a:t>Late Integration (Decision-Level):</a:t>
            </a:r>
            <a:r>
              <a:rPr b="0" lang="en-GB" sz="1600" spc="-1" strike="noStrike">
                <a:solidFill>
                  <a:schemeClr val="dk1"/>
                </a:solidFill>
                <a:latin typeface="Calibri"/>
              </a:rPr>
              <a:t> Analyzes each omics layer independently and integrates the results at the decision-making stage .</a:t>
            </a:r>
            <a:endParaRPr b="0" lang="en-US" sz="16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/>
          </p:nvPr>
        </p:nvSpPr>
        <p:spPr>
          <a:xfrm>
            <a:off x="6369120" y="1834560"/>
            <a:ext cx="5022720" cy="46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Notable tools supporting these strategies</a:t>
            </a:r>
            <a:endParaRPr b="0" lang="en-US" sz="2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/>
          </p:nvPr>
        </p:nvSpPr>
        <p:spPr>
          <a:xfrm>
            <a:off x="6369120" y="2584440"/>
            <a:ext cx="5022720" cy="38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198" lnSpcReduction="10000"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MOFA+ (Multi-Omics Factor Analysis):</a:t>
            </a: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 Unsupervised integration tool that identifies shared factors across omics layers. </a:t>
            </a:r>
            <a:endParaRPr b="0" lang="en-US" sz="1600" spc="-1" strike="noStrike">
              <a:solidFill>
                <a:schemeClr val="dk1"/>
              </a:solidFill>
              <a:latin typeface="Calibri Light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DIABLO (Data Integration Analysis for Biomarker discovery using Latent components):</a:t>
            </a: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 Supervised integration method focusing on discriminant analysis.</a:t>
            </a:r>
            <a:endParaRPr b="0" lang="en-US" sz="1600" spc="-1" strike="noStrike">
              <a:solidFill>
                <a:schemeClr val="dk1"/>
              </a:solidFill>
              <a:latin typeface="Calibri Light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SNF (Similarity Network Fusion):</a:t>
            </a: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 Merges similarity networks from different omics data to capture shared patterns.</a:t>
            </a:r>
            <a:endParaRPr b="0" lang="en-US" sz="1600" spc="-1" strike="noStrike">
              <a:solidFill>
                <a:schemeClr val="dk1"/>
              </a:solidFill>
              <a:latin typeface="Calibri Light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iClusterPlus:</a:t>
            </a: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 Integrative clustering tool that models joint associations across multiple data types.</a:t>
            </a:r>
            <a:endParaRPr b="0" lang="en-US" sz="16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37" name="PlaceHolder 6"/>
          <p:cNvSpPr>
            <a:spLocks noGrp="1"/>
          </p:cNvSpPr>
          <p:nvPr>
            <p:ph type="sldNum" idx="26"/>
          </p:nvPr>
        </p:nvSpPr>
        <p:spPr>
          <a:xfrm>
            <a:off x="912564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C7EFF1-6728-488B-AF5E-35C3EC3995DA}" type="slidenum">
              <a:rPr b="0" lang="en-US" sz="18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8" name="Picture 9" descr=""/>
          <p:cNvPicPr/>
          <p:nvPr/>
        </p:nvPicPr>
        <p:blipFill>
          <a:blip r:embed="rId1"/>
          <a:stretch/>
        </p:blipFill>
        <p:spPr>
          <a:xfrm>
            <a:off x="9264600" y="6360840"/>
            <a:ext cx="2171520" cy="304560"/>
          </a:xfrm>
          <a:prstGeom prst="rect">
            <a:avLst/>
          </a:prstGeom>
          <a:ln w="0">
            <a:noFill/>
          </a:ln>
        </p:spPr>
      </p:pic>
      <p:pic>
        <p:nvPicPr>
          <p:cNvPr id="139" name="Picture 10" descr=""/>
          <p:cNvPicPr/>
          <p:nvPr/>
        </p:nvPicPr>
        <p:blipFill>
          <a:blip r:embed="rId2"/>
          <a:stretch/>
        </p:blipFill>
        <p:spPr>
          <a:xfrm>
            <a:off x="195840" y="115560"/>
            <a:ext cx="582840" cy="54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428400"/>
            <a:ext cx="10515240" cy="63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600" spc="-1" strike="noStrike" cap="all">
                <a:solidFill>
                  <a:schemeClr val="dk1"/>
                </a:solidFill>
                <a:latin typeface="Calibri"/>
              </a:rPr>
              <a:t>Data Integration Frameworks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ldNum" idx="27"/>
          </p:nvPr>
        </p:nvSpPr>
        <p:spPr>
          <a:xfrm>
            <a:off x="912564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CA258E-3FD3-4676-8919-A8EEE22B82CF}" type="slidenum">
              <a:rPr b="0" lang="en-US" sz="18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42" name="Picture 4" descr=""/>
          <p:cNvPicPr/>
          <p:nvPr/>
        </p:nvPicPr>
        <p:blipFill>
          <a:blip r:embed="rId1"/>
          <a:stretch/>
        </p:blipFill>
        <p:spPr>
          <a:xfrm>
            <a:off x="9264600" y="6360840"/>
            <a:ext cx="2171520" cy="304560"/>
          </a:xfrm>
          <a:prstGeom prst="rect">
            <a:avLst/>
          </a:prstGeom>
          <a:ln w="0">
            <a:noFill/>
          </a:ln>
        </p:spPr>
      </p:pic>
      <p:pic>
        <p:nvPicPr>
          <p:cNvPr id="143" name="Picture 5" descr=""/>
          <p:cNvPicPr/>
          <p:nvPr/>
        </p:nvPicPr>
        <p:blipFill>
          <a:blip r:embed="rId2"/>
          <a:stretch/>
        </p:blipFill>
        <p:spPr>
          <a:xfrm>
            <a:off x="195840" y="115560"/>
            <a:ext cx="582840" cy="542880"/>
          </a:xfrm>
          <a:prstGeom prst="rect">
            <a:avLst/>
          </a:prstGeom>
          <a:ln w="0">
            <a:noFill/>
          </a:ln>
        </p:spPr>
      </p:pic>
      <p:sp>
        <p:nvSpPr>
          <p:cNvPr id="144" name="TextBox 11"/>
          <p:cNvSpPr/>
          <p:nvPr/>
        </p:nvSpPr>
        <p:spPr>
          <a:xfrm>
            <a:off x="487440" y="1789200"/>
            <a:ext cx="11381040" cy="40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Frameworks facilitating multi-omics data integration: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UNMF (Unified Nonnegative Matrix Factorization):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Decomposes multi-omics data into interpretable components, handling missing data and repeated measurements effectively.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GLUE (Graph-linked Unified Embedding):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Integrates unpaired single-cell multi-omics data by modeling regulatory interactions across layers.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MOHGCN (Multi-Omics Heterogeneous Graph Convolutional Network):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Employs graph-based deep learning to integrate multi-omics data, capturing complex relationships.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DeepKEGG: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Utilizes deep learning to integrate multi-omics data with biological pathway information for cancer recurrence prediction.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8080" y="428400"/>
            <a:ext cx="10515240" cy="63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600" spc="-1" strike="noStrike" cap="all">
                <a:solidFill>
                  <a:schemeClr val="dk1"/>
                </a:solidFill>
                <a:latin typeface="Calibri"/>
              </a:rPr>
              <a:t>Unified Data Matrix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ldNum" idx="28"/>
          </p:nvPr>
        </p:nvSpPr>
        <p:spPr>
          <a:xfrm>
            <a:off x="912564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50DBDB-C144-4E34-9AE7-746960479D7B}" type="slidenum">
              <a:rPr b="0" lang="en-US" sz="18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47" name="Picture 4" descr=""/>
          <p:cNvPicPr/>
          <p:nvPr/>
        </p:nvPicPr>
        <p:blipFill>
          <a:blip r:embed="rId1"/>
          <a:stretch/>
        </p:blipFill>
        <p:spPr>
          <a:xfrm>
            <a:off x="9264600" y="6360840"/>
            <a:ext cx="2171520" cy="304560"/>
          </a:xfrm>
          <a:prstGeom prst="rect">
            <a:avLst/>
          </a:prstGeom>
          <a:ln w="0">
            <a:noFill/>
          </a:ln>
        </p:spPr>
      </p:pic>
      <p:pic>
        <p:nvPicPr>
          <p:cNvPr id="148" name="Picture 5" descr=""/>
          <p:cNvPicPr/>
          <p:nvPr/>
        </p:nvPicPr>
        <p:blipFill>
          <a:blip r:embed="rId2"/>
          <a:stretch/>
        </p:blipFill>
        <p:spPr>
          <a:xfrm>
            <a:off x="195840" y="115560"/>
            <a:ext cx="582840" cy="542880"/>
          </a:xfrm>
          <a:prstGeom prst="rect">
            <a:avLst/>
          </a:prstGeom>
          <a:ln w="0">
            <a:noFill/>
          </a:ln>
        </p:spPr>
      </p:pic>
      <p:sp>
        <p:nvSpPr>
          <p:cNvPr id="149" name="TextBox 11"/>
          <p:cNvSpPr/>
          <p:nvPr/>
        </p:nvSpPr>
        <p:spPr>
          <a:xfrm>
            <a:off x="296280" y="1649160"/>
            <a:ext cx="11381040" cy="46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Creating a unified data matrix involves: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Data Pre-processing: </a:t>
            </a: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Normalizing and transforming data from different omics layers to ensure compatibility.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Feature Alignment: </a:t>
            </a: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Matching features across datasets, such as genes or proteins, to create a cohesive matrix.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Handling Missing Values: </a:t>
            </a: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Employing imputation techniques or models robust to missing data to maintain matrix integrity.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Dimensionality Reduction: </a:t>
            </a: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Applying methods like PCA or t-SNE to reduce complexity while preserving essential information.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This unified matrix serves as a foundation for downstream analyses, enabling comprehensive insights across biological layers.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76240" y="659160"/>
            <a:ext cx="10515240" cy="63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600" spc="-1" strike="noStrike" cap="all">
                <a:solidFill>
                  <a:schemeClr val="dk1"/>
                </a:solidFill>
                <a:latin typeface="Calibri"/>
              </a:rPr>
              <a:t>Unified Data Matrix Structure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sldNum" idx="29"/>
          </p:nvPr>
        </p:nvSpPr>
        <p:spPr>
          <a:xfrm>
            <a:off x="912564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B6D57A-7EBA-49CB-B743-B3BD1A2E6484}" type="slidenum">
              <a:rPr b="0" lang="en-US" sz="18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2" name="Picture 9" descr=""/>
          <p:cNvPicPr/>
          <p:nvPr/>
        </p:nvPicPr>
        <p:blipFill>
          <a:blip r:embed="rId1"/>
          <a:stretch/>
        </p:blipFill>
        <p:spPr>
          <a:xfrm>
            <a:off x="9264600" y="6360840"/>
            <a:ext cx="2171520" cy="304560"/>
          </a:xfrm>
          <a:prstGeom prst="rect">
            <a:avLst/>
          </a:prstGeom>
          <a:ln w="0">
            <a:noFill/>
          </a:ln>
        </p:spPr>
      </p:pic>
      <p:pic>
        <p:nvPicPr>
          <p:cNvPr id="153" name="Picture 10" descr=""/>
          <p:cNvPicPr/>
          <p:nvPr/>
        </p:nvPicPr>
        <p:blipFill>
          <a:blip r:embed="rId2"/>
          <a:stretch/>
        </p:blipFill>
        <p:spPr>
          <a:xfrm>
            <a:off x="195840" y="115560"/>
            <a:ext cx="582840" cy="542880"/>
          </a:xfrm>
          <a:prstGeom prst="rect">
            <a:avLst/>
          </a:prstGeom>
          <a:ln w="0">
            <a:noFill/>
          </a:ln>
        </p:spPr>
      </p:pic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839880" y="1910520"/>
            <a:ext cx="10551600" cy="443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8827" lnSpcReduction="20000"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600" spc="-1" strike="noStrike">
                <a:solidFill>
                  <a:schemeClr val="dk1"/>
                </a:solidFill>
                <a:latin typeface="Calibri Light"/>
              </a:rPr>
              <a:t>SampleID | CNV_TP53 | RNA_TP53 | Protein_TP53 | Age | Stage</a:t>
            </a:r>
            <a:endParaRPr b="0" lang="en-US" sz="3600" spc="-1" strike="noStrike">
              <a:solidFill>
                <a:schemeClr val="dk1"/>
              </a:solidFill>
              <a:latin typeface="Calibri Ligh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600" spc="-1" strike="noStrike">
                <a:solidFill>
                  <a:schemeClr val="dk1"/>
                </a:solidFill>
                <a:latin typeface="Calibri Light"/>
              </a:rPr>
              <a:t>---------|----------|----------|---------------|-----|------</a:t>
            </a:r>
            <a:endParaRPr b="0" lang="en-US" sz="3600" spc="-1" strike="noStrike">
              <a:solidFill>
                <a:schemeClr val="dk1"/>
              </a:solidFill>
              <a:latin typeface="Calibri Ligh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600" spc="-1" strike="noStrike">
                <a:solidFill>
                  <a:schemeClr val="dk1"/>
                </a:solidFill>
                <a:latin typeface="Calibri Light"/>
              </a:rPr>
              <a:t>TCGA-01  | -0.62    | 5.20     | 0.89          | 65  | II</a:t>
            </a:r>
            <a:endParaRPr b="0" lang="en-US" sz="3600" spc="-1" strike="noStrike">
              <a:solidFill>
                <a:schemeClr val="dk1"/>
              </a:solidFill>
              <a:latin typeface="Calibri Ligh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600" spc="-1" strike="noStrike">
                <a:solidFill>
                  <a:schemeClr val="dk1"/>
                </a:solidFill>
                <a:latin typeface="Calibri Light"/>
              </a:rPr>
              <a:t>TCGA-02  | 0.15     | 6.10     | 0.43          | 71  | IV</a:t>
            </a:r>
            <a:endParaRPr b="0" lang="en-US" sz="3600" spc="-1" strike="noStrike">
              <a:solidFill>
                <a:schemeClr val="dk1"/>
              </a:solidFill>
              <a:latin typeface="Calibri Ligh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38080" y="428400"/>
            <a:ext cx="10515240" cy="63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GB" sz="3600" spc="-1" strike="noStrike" cap="all">
                <a:solidFill>
                  <a:schemeClr val="dk1"/>
                </a:solidFill>
                <a:latin typeface="Calibri"/>
              </a:rPr>
              <a:t>Merging Data for ML &amp; DL Applications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ldNum" idx="30"/>
          </p:nvPr>
        </p:nvSpPr>
        <p:spPr>
          <a:xfrm>
            <a:off x="912564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065D4F-35E1-4535-ADE0-21781A7BB893}" type="slidenum">
              <a:rPr b="0" lang="en-US" sz="1800" spc="-1" strike="noStrike">
                <a:solidFill>
                  <a:schemeClr val="dk1"/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7" name="Picture 4" descr=""/>
          <p:cNvPicPr/>
          <p:nvPr/>
        </p:nvPicPr>
        <p:blipFill>
          <a:blip r:embed="rId1"/>
          <a:stretch/>
        </p:blipFill>
        <p:spPr>
          <a:xfrm>
            <a:off x="9264600" y="6360840"/>
            <a:ext cx="2171520" cy="304560"/>
          </a:xfrm>
          <a:prstGeom prst="rect">
            <a:avLst/>
          </a:prstGeom>
          <a:ln w="0">
            <a:noFill/>
          </a:ln>
        </p:spPr>
      </p:pic>
      <p:pic>
        <p:nvPicPr>
          <p:cNvPr id="158" name="Picture 5" descr=""/>
          <p:cNvPicPr/>
          <p:nvPr/>
        </p:nvPicPr>
        <p:blipFill>
          <a:blip r:embed="rId2"/>
          <a:stretch/>
        </p:blipFill>
        <p:spPr>
          <a:xfrm>
            <a:off x="195840" y="115560"/>
            <a:ext cx="582840" cy="542880"/>
          </a:xfrm>
          <a:prstGeom prst="rect">
            <a:avLst/>
          </a:prstGeom>
          <a:ln w="0">
            <a:noFill/>
          </a:ln>
        </p:spPr>
      </p:pic>
      <p:sp>
        <p:nvSpPr>
          <p:cNvPr id="159" name="TextBox 11"/>
          <p:cNvSpPr/>
          <p:nvPr/>
        </p:nvSpPr>
        <p:spPr>
          <a:xfrm>
            <a:off x="487440" y="1789200"/>
            <a:ext cx="11381040" cy="43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Integrating multi-omics data enhances machine learning (ML) and deep learning (DL) applications: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Improved Predictive Models: </a:t>
            </a: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Combining data layers leads to more accurate models for disease classification and prognosis.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Feature Selection: </a:t>
            </a: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Identifying the most informative features across omics layers improves model performance and interpretability.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Handling Complex Relationships: </a:t>
            </a: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DL models, such as auto-encoders and graph neural networks, capture nonlinear interactions between omics layers.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2000" spc="-1" strike="noStrike">
                <a:solidFill>
                  <a:schemeClr val="dk1"/>
                </a:solidFill>
                <a:latin typeface="Calibri"/>
              </a:rPr>
              <a:t>**Challenges: </a:t>
            </a: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Ensuring model generalizability, avoiding overfitting, and interpreting complex models remain ongoing concerns.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/>
          </p:nvPr>
        </p:nvSpPr>
        <p:spPr>
          <a:xfrm>
            <a:off x="5556600" y="399240"/>
            <a:ext cx="4937760" cy="51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Future Perspectives</a:t>
            </a:r>
            <a:endParaRPr b="0" lang="en-US" sz="2400" spc="-1" strike="noStrike">
              <a:solidFill>
                <a:schemeClr val="dk1"/>
              </a:solidFill>
              <a:latin typeface="Calibri Light"/>
            </a:endParaRPr>
          </a:p>
        </p:txBody>
      </p:sp>
      <p:pic>
        <p:nvPicPr>
          <p:cNvPr id="161" name="Picture 1" descr=""/>
          <p:cNvPicPr/>
          <p:nvPr/>
        </p:nvPicPr>
        <p:blipFill>
          <a:blip r:embed="rId1"/>
          <a:stretch/>
        </p:blipFill>
        <p:spPr>
          <a:xfrm>
            <a:off x="9192960" y="6327000"/>
            <a:ext cx="2314440" cy="352080"/>
          </a:xfrm>
          <a:prstGeom prst="rect">
            <a:avLst/>
          </a:prstGeom>
          <a:ln w="0">
            <a:noFill/>
          </a:ln>
        </p:spPr>
      </p:pic>
      <p:sp>
        <p:nvSpPr>
          <p:cNvPr id="162" name="Picture Placeholder 8"/>
          <p:cNvSpPr/>
          <p:nvPr/>
        </p:nvSpPr>
        <p:spPr>
          <a:xfrm>
            <a:off x="0" y="0"/>
            <a:ext cx="5063400" cy="4448880"/>
          </a:xfrm>
          <a:custGeom>
            <a:avLst/>
            <a:gdLst>
              <a:gd name="textAreaLeft" fmla="*/ 0 w 5063400"/>
              <a:gd name="textAreaRight" fmla="*/ 5063760 w 5063400"/>
              <a:gd name="textAreaTop" fmla="*/ 0 h 4448880"/>
              <a:gd name="textAreaBottom" fmla="*/ 4449240 h 4448880"/>
            </a:gdLst>
            <a:ahLst/>
            <a:rect l="textAreaLeft" t="textAreaTop" r="textAreaRight" b="textAreaBottom"/>
            <a:pathLst>
              <a:path w="5405070" h="5068607">
                <a:moveTo>
                  <a:pt x="0" y="0"/>
                </a:moveTo>
                <a:lnTo>
                  <a:pt x="5402164" y="0"/>
                </a:lnTo>
                <a:lnTo>
                  <a:pt x="5402723" y="134146"/>
                </a:lnTo>
                <a:lnTo>
                  <a:pt x="5403505" y="178731"/>
                </a:lnTo>
                <a:lnTo>
                  <a:pt x="5404288" y="222925"/>
                </a:lnTo>
                <a:lnTo>
                  <a:pt x="5405070" y="311703"/>
                </a:lnTo>
                <a:lnTo>
                  <a:pt x="5404679" y="400482"/>
                </a:lnTo>
                <a:lnTo>
                  <a:pt x="5403896" y="489261"/>
                </a:lnTo>
                <a:lnTo>
                  <a:pt x="5401550" y="578040"/>
                </a:lnTo>
                <a:lnTo>
                  <a:pt x="5398812" y="666428"/>
                </a:lnTo>
                <a:lnTo>
                  <a:pt x="5395292" y="754424"/>
                </a:lnTo>
                <a:lnTo>
                  <a:pt x="5391381" y="842812"/>
                </a:lnTo>
                <a:lnTo>
                  <a:pt x="5386688" y="931591"/>
                </a:lnTo>
                <a:lnTo>
                  <a:pt x="5381213" y="1019979"/>
                </a:lnTo>
                <a:lnTo>
                  <a:pt x="5374955" y="1107584"/>
                </a:lnTo>
                <a:lnTo>
                  <a:pt x="5368698" y="1195972"/>
                </a:lnTo>
                <a:lnTo>
                  <a:pt x="5362049" y="1284360"/>
                </a:lnTo>
                <a:lnTo>
                  <a:pt x="5355009" y="1372748"/>
                </a:lnTo>
                <a:lnTo>
                  <a:pt x="5340148" y="1548741"/>
                </a:lnTo>
                <a:lnTo>
                  <a:pt x="5336237" y="1595281"/>
                </a:lnTo>
                <a:lnTo>
                  <a:pt x="5332717" y="1641431"/>
                </a:lnTo>
                <a:lnTo>
                  <a:pt x="5325286" y="1734121"/>
                </a:lnTo>
                <a:lnTo>
                  <a:pt x="5326851" y="1751720"/>
                </a:lnTo>
                <a:lnTo>
                  <a:pt x="5328024" y="1768537"/>
                </a:lnTo>
                <a:lnTo>
                  <a:pt x="5328806" y="1785745"/>
                </a:lnTo>
                <a:lnTo>
                  <a:pt x="5328415" y="1802562"/>
                </a:lnTo>
                <a:lnTo>
                  <a:pt x="5328024" y="1810384"/>
                </a:lnTo>
                <a:lnTo>
                  <a:pt x="5327242" y="1818988"/>
                </a:lnTo>
                <a:lnTo>
                  <a:pt x="5325677" y="1827201"/>
                </a:lnTo>
                <a:lnTo>
                  <a:pt x="5324113" y="1835414"/>
                </a:lnTo>
                <a:lnTo>
                  <a:pt x="5322157" y="1843628"/>
                </a:lnTo>
                <a:lnTo>
                  <a:pt x="5319811" y="1851449"/>
                </a:lnTo>
                <a:lnTo>
                  <a:pt x="5317073" y="1859662"/>
                </a:lnTo>
                <a:lnTo>
                  <a:pt x="5313553" y="1867093"/>
                </a:lnTo>
                <a:lnTo>
                  <a:pt x="5308860" y="1926149"/>
                </a:lnTo>
                <a:lnTo>
                  <a:pt x="5304949" y="1985204"/>
                </a:lnTo>
                <a:lnTo>
                  <a:pt x="5301820" y="2044260"/>
                </a:lnTo>
                <a:lnTo>
                  <a:pt x="5298692" y="2102924"/>
                </a:lnTo>
                <a:lnTo>
                  <a:pt x="5293216" y="2221426"/>
                </a:lnTo>
                <a:lnTo>
                  <a:pt x="5288132" y="2339538"/>
                </a:lnTo>
                <a:lnTo>
                  <a:pt x="5282657" y="2457649"/>
                </a:lnTo>
                <a:lnTo>
                  <a:pt x="5279528" y="2517095"/>
                </a:lnTo>
                <a:lnTo>
                  <a:pt x="5276008" y="2575760"/>
                </a:lnTo>
                <a:lnTo>
                  <a:pt x="5272097" y="2634815"/>
                </a:lnTo>
                <a:lnTo>
                  <a:pt x="5267404" y="2693480"/>
                </a:lnTo>
                <a:lnTo>
                  <a:pt x="5261929" y="2752535"/>
                </a:lnTo>
                <a:lnTo>
                  <a:pt x="5255671" y="2811200"/>
                </a:lnTo>
                <a:lnTo>
                  <a:pt x="5254498" y="2842096"/>
                </a:lnTo>
                <a:lnTo>
                  <a:pt x="5253324" y="2872602"/>
                </a:lnTo>
                <a:lnTo>
                  <a:pt x="5251760" y="2903498"/>
                </a:lnTo>
                <a:lnTo>
                  <a:pt x="5249413" y="2934395"/>
                </a:lnTo>
                <a:lnTo>
                  <a:pt x="5247458" y="2964509"/>
                </a:lnTo>
                <a:lnTo>
                  <a:pt x="5244720" y="2995406"/>
                </a:lnTo>
                <a:lnTo>
                  <a:pt x="5241983" y="3025911"/>
                </a:lnTo>
                <a:lnTo>
                  <a:pt x="5238854" y="3056026"/>
                </a:lnTo>
                <a:lnTo>
                  <a:pt x="5235334" y="3086531"/>
                </a:lnTo>
                <a:lnTo>
                  <a:pt x="5231814" y="3116646"/>
                </a:lnTo>
                <a:lnTo>
                  <a:pt x="5227121" y="3147151"/>
                </a:lnTo>
                <a:lnTo>
                  <a:pt x="5222819" y="3177266"/>
                </a:lnTo>
                <a:lnTo>
                  <a:pt x="5218517" y="3207380"/>
                </a:lnTo>
                <a:lnTo>
                  <a:pt x="5213042" y="3237495"/>
                </a:lnTo>
                <a:lnTo>
                  <a:pt x="5207566" y="3267609"/>
                </a:lnTo>
                <a:lnTo>
                  <a:pt x="5201700" y="3297332"/>
                </a:lnTo>
                <a:lnTo>
                  <a:pt x="5204046" y="3314541"/>
                </a:lnTo>
                <a:lnTo>
                  <a:pt x="5205611" y="3332531"/>
                </a:lnTo>
                <a:lnTo>
                  <a:pt x="5206393" y="3350130"/>
                </a:lnTo>
                <a:lnTo>
                  <a:pt x="5206393" y="3367338"/>
                </a:lnTo>
                <a:lnTo>
                  <a:pt x="5205611" y="3384547"/>
                </a:lnTo>
                <a:lnTo>
                  <a:pt x="5204046" y="3402146"/>
                </a:lnTo>
                <a:lnTo>
                  <a:pt x="5201309" y="3419354"/>
                </a:lnTo>
                <a:lnTo>
                  <a:pt x="5197789" y="3436953"/>
                </a:lnTo>
                <a:lnTo>
                  <a:pt x="5198962" y="3449468"/>
                </a:lnTo>
                <a:lnTo>
                  <a:pt x="5199745" y="3462375"/>
                </a:lnTo>
                <a:lnTo>
                  <a:pt x="5200135" y="3474890"/>
                </a:lnTo>
                <a:lnTo>
                  <a:pt x="5200135" y="3487796"/>
                </a:lnTo>
                <a:lnTo>
                  <a:pt x="5199745" y="3500311"/>
                </a:lnTo>
                <a:lnTo>
                  <a:pt x="5199353" y="3512826"/>
                </a:lnTo>
                <a:lnTo>
                  <a:pt x="5198962" y="3525341"/>
                </a:lnTo>
                <a:lnTo>
                  <a:pt x="5197398" y="3537856"/>
                </a:lnTo>
                <a:lnTo>
                  <a:pt x="5196224" y="3549980"/>
                </a:lnTo>
                <a:lnTo>
                  <a:pt x="5194660" y="3562104"/>
                </a:lnTo>
                <a:lnTo>
                  <a:pt x="5190749" y="3586743"/>
                </a:lnTo>
                <a:lnTo>
                  <a:pt x="5185665" y="3611382"/>
                </a:lnTo>
                <a:lnTo>
                  <a:pt x="5180189" y="3635630"/>
                </a:lnTo>
                <a:lnTo>
                  <a:pt x="5158288" y="3647363"/>
                </a:lnTo>
                <a:lnTo>
                  <a:pt x="5162590" y="3646581"/>
                </a:lnTo>
                <a:lnTo>
                  <a:pt x="5167675" y="3644234"/>
                </a:lnTo>
                <a:lnTo>
                  <a:pt x="5173541" y="3640715"/>
                </a:lnTo>
                <a:lnTo>
                  <a:pt x="5180189" y="3635630"/>
                </a:lnTo>
                <a:lnTo>
                  <a:pt x="5177452" y="3651274"/>
                </a:lnTo>
                <a:lnTo>
                  <a:pt x="5174714" y="3666918"/>
                </a:lnTo>
                <a:lnTo>
                  <a:pt x="5171585" y="3681780"/>
                </a:lnTo>
                <a:lnTo>
                  <a:pt x="5168457" y="3695859"/>
                </a:lnTo>
                <a:lnTo>
                  <a:pt x="5164937" y="3709939"/>
                </a:lnTo>
                <a:lnTo>
                  <a:pt x="5161417" y="3722845"/>
                </a:lnTo>
                <a:lnTo>
                  <a:pt x="5157115" y="3735751"/>
                </a:lnTo>
                <a:lnTo>
                  <a:pt x="5152813" y="3747875"/>
                </a:lnTo>
                <a:lnTo>
                  <a:pt x="5148511" y="3759217"/>
                </a:lnTo>
                <a:lnTo>
                  <a:pt x="5143426" y="3770559"/>
                </a:lnTo>
                <a:lnTo>
                  <a:pt x="5138733" y="3781118"/>
                </a:lnTo>
                <a:lnTo>
                  <a:pt x="5133258" y="3791287"/>
                </a:lnTo>
                <a:lnTo>
                  <a:pt x="5127391" y="3801064"/>
                </a:lnTo>
                <a:lnTo>
                  <a:pt x="5121525" y="3810059"/>
                </a:lnTo>
                <a:lnTo>
                  <a:pt x="5115267" y="3818663"/>
                </a:lnTo>
                <a:lnTo>
                  <a:pt x="5109010" y="3827267"/>
                </a:lnTo>
                <a:lnTo>
                  <a:pt x="5102361" y="3834698"/>
                </a:lnTo>
                <a:lnTo>
                  <a:pt x="5095322" y="3841738"/>
                </a:lnTo>
                <a:lnTo>
                  <a:pt x="5087891" y="3847996"/>
                </a:lnTo>
                <a:lnTo>
                  <a:pt x="5080069" y="3854253"/>
                </a:lnTo>
                <a:lnTo>
                  <a:pt x="5072247" y="3859728"/>
                </a:lnTo>
                <a:lnTo>
                  <a:pt x="5064034" y="3864813"/>
                </a:lnTo>
                <a:lnTo>
                  <a:pt x="5055430" y="3869506"/>
                </a:lnTo>
                <a:lnTo>
                  <a:pt x="5046826" y="3873417"/>
                </a:lnTo>
                <a:lnTo>
                  <a:pt x="5037439" y="3876937"/>
                </a:lnTo>
                <a:lnTo>
                  <a:pt x="5028053" y="3880065"/>
                </a:lnTo>
                <a:lnTo>
                  <a:pt x="5018276" y="3882803"/>
                </a:lnTo>
                <a:lnTo>
                  <a:pt x="5008498" y="3885150"/>
                </a:lnTo>
                <a:lnTo>
                  <a:pt x="4997547" y="3886714"/>
                </a:lnTo>
                <a:lnTo>
                  <a:pt x="4986988" y="3887887"/>
                </a:lnTo>
                <a:lnTo>
                  <a:pt x="4975647" y="3888670"/>
                </a:lnTo>
                <a:lnTo>
                  <a:pt x="4964695" y="3888670"/>
                </a:lnTo>
                <a:lnTo>
                  <a:pt x="4958047" y="3888670"/>
                </a:lnTo>
                <a:lnTo>
                  <a:pt x="4951789" y="3889061"/>
                </a:lnTo>
                <a:lnTo>
                  <a:pt x="4945532" y="3889843"/>
                </a:lnTo>
                <a:lnTo>
                  <a:pt x="4939274" y="3891407"/>
                </a:lnTo>
                <a:lnTo>
                  <a:pt x="4927151" y="3894536"/>
                </a:lnTo>
                <a:lnTo>
                  <a:pt x="4915026" y="3898056"/>
                </a:lnTo>
                <a:lnTo>
                  <a:pt x="4891560" y="3905878"/>
                </a:lnTo>
                <a:lnTo>
                  <a:pt x="4879436" y="3910180"/>
                </a:lnTo>
                <a:lnTo>
                  <a:pt x="4867312" y="3913309"/>
                </a:lnTo>
                <a:lnTo>
                  <a:pt x="4849322" y="4068183"/>
                </a:lnTo>
                <a:lnTo>
                  <a:pt x="4849322" y="4094777"/>
                </a:lnTo>
                <a:lnTo>
                  <a:pt x="4849322" y="4120981"/>
                </a:lnTo>
                <a:lnTo>
                  <a:pt x="4849713" y="4173779"/>
                </a:lnTo>
                <a:lnTo>
                  <a:pt x="4850104" y="4226186"/>
                </a:lnTo>
                <a:lnTo>
                  <a:pt x="4850104" y="4252389"/>
                </a:lnTo>
                <a:lnTo>
                  <a:pt x="4850104" y="4278984"/>
                </a:lnTo>
                <a:lnTo>
                  <a:pt x="4849713" y="4305187"/>
                </a:lnTo>
                <a:lnTo>
                  <a:pt x="4848149" y="4331391"/>
                </a:lnTo>
                <a:lnTo>
                  <a:pt x="4846975" y="4357594"/>
                </a:lnTo>
                <a:lnTo>
                  <a:pt x="4844629" y="4383797"/>
                </a:lnTo>
                <a:lnTo>
                  <a:pt x="4841892" y="4410001"/>
                </a:lnTo>
                <a:lnTo>
                  <a:pt x="4838371" y="4435813"/>
                </a:lnTo>
                <a:lnTo>
                  <a:pt x="4834069" y="4461626"/>
                </a:lnTo>
                <a:lnTo>
                  <a:pt x="4828594" y="4487438"/>
                </a:lnTo>
                <a:lnTo>
                  <a:pt x="4829376" y="4503473"/>
                </a:lnTo>
                <a:lnTo>
                  <a:pt x="4829376" y="4519117"/>
                </a:lnTo>
                <a:lnTo>
                  <a:pt x="4829376" y="4534761"/>
                </a:lnTo>
                <a:lnTo>
                  <a:pt x="4828985" y="4550404"/>
                </a:lnTo>
                <a:lnTo>
                  <a:pt x="4828203" y="4566048"/>
                </a:lnTo>
                <a:lnTo>
                  <a:pt x="4827029" y="4581692"/>
                </a:lnTo>
                <a:lnTo>
                  <a:pt x="4823901" y="4612980"/>
                </a:lnTo>
                <a:lnTo>
                  <a:pt x="4819990" y="4643485"/>
                </a:lnTo>
                <a:lnTo>
                  <a:pt x="4816079" y="4674382"/>
                </a:lnTo>
                <a:lnTo>
                  <a:pt x="4811777" y="4705279"/>
                </a:lnTo>
                <a:lnTo>
                  <a:pt x="4808257" y="4735784"/>
                </a:lnTo>
                <a:lnTo>
                  <a:pt x="4809430" y="4743215"/>
                </a:lnTo>
                <a:lnTo>
                  <a:pt x="4810212" y="4750255"/>
                </a:lnTo>
                <a:lnTo>
                  <a:pt x="4810212" y="4756903"/>
                </a:lnTo>
                <a:lnTo>
                  <a:pt x="4810212" y="4763552"/>
                </a:lnTo>
                <a:lnTo>
                  <a:pt x="4809822" y="4769809"/>
                </a:lnTo>
                <a:lnTo>
                  <a:pt x="4809039" y="4776458"/>
                </a:lnTo>
                <a:lnTo>
                  <a:pt x="4807866" y="4782716"/>
                </a:lnTo>
                <a:lnTo>
                  <a:pt x="4805910" y="4788973"/>
                </a:lnTo>
                <a:lnTo>
                  <a:pt x="4802782" y="4801097"/>
                </a:lnTo>
                <a:lnTo>
                  <a:pt x="4798871" y="4813221"/>
                </a:lnTo>
                <a:lnTo>
                  <a:pt x="4794568" y="4825736"/>
                </a:lnTo>
                <a:lnTo>
                  <a:pt x="4791440" y="4837469"/>
                </a:lnTo>
                <a:lnTo>
                  <a:pt x="4789094" y="4853504"/>
                </a:lnTo>
                <a:lnTo>
                  <a:pt x="4786355" y="4868757"/>
                </a:lnTo>
                <a:lnTo>
                  <a:pt x="4783227" y="4883227"/>
                </a:lnTo>
                <a:lnTo>
                  <a:pt x="4779707" y="4897307"/>
                </a:lnTo>
                <a:lnTo>
                  <a:pt x="4775014" y="4910995"/>
                </a:lnTo>
                <a:lnTo>
                  <a:pt x="4770712" y="4924292"/>
                </a:lnTo>
                <a:lnTo>
                  <a:pt x="4765628" y="4936416"/>
                </a:lnTo>
                <a:lnTo>
                  <a:pt x="4760934" y="4948540"/>
                </a:lnTo>
                <a:lnTo>
                  <a:pt x="4755068" y="4960273"/>
                </a:lnTo>
                <a:lnTo>
                  <a:pt x="4748810" y="4971224"/>
                </a:lnTo>
                <a:lnTo>
                  <a:pt x="4742553" y="4981784"/>
                </a:lnTo>
                <a:lnTo>
                  <a:pt x="4735513" y="4991561"/>
                </a:lnTo>
                <a:lnTo>
                  <a:pt x="4728473" y="5000947"/>
                </a:lnTo>
                <a:lnTo>
                  <a:pt x="4720651" y="5009551"/>
                </a:lnTo>
                <a:lnTo>
                  <a:pt x="4713220" y="5017764"/>
                </a:lnTo>
                <a:lnTo>
                  <a:pt x="4704616" y="5025195"/>
                </a:lnTo>
                <a:lnTo>
                  <a:pt x="4696012" y="5032626"/>
                </a:lnTo>
                <a:lnTo>
                  <a:pt x="4687408" y="5038884"/>
                </a:lnTo>
                <a:lnTo>
                  <a:pt x="4678022" y="5044359"/>
                </a:lnTo>
                <a:lnTo>
                  <a:pt x="4668635" y="5049834"/>
                </a:lnTo>
                <a:lnTo>
                  <a:pt x="4658858" y="5054528"/>
                </a:lnTo>
                <a:lnTo>
                  <a:pt x="4648299" y="5058438"/>
                </a:lnTo>
                <a:lnTo>
                  <a:pt x="4638130" y="5061567"/>
                </a:lnTo>
                <a:lnTo>
                  <a:pt x="4627570" y="5064305"/>
                </a:lnTo>
                <a:lnTo>
                  <a:pt x="4616229" y="5066260"/>
                </a:lnTo>
                <a:lnTo>
                  <a:pt x="4604887" y="5067825"/>
                </a:lnTo>
                <a:lnTo>
                  <a:pt x="4593545" y="5068607"/>
                </a:lnTo>
                <a:lnTo>
                  <a:pt x="4581421" y="5068607"/>
                </a:lnTo>
                <a:lnTo>
                  <a:pt x="4569688" y="5068216"/>
                </a:lnTo>
                <a:lnTo>
                  <a:pt x="4557173" y="5066652"/>
                </a:lnTo>
                <a:lnTo>
                  <a:pt x="4544658" y="5065087"/>
                </a:lnTo>
                <a:lnTo>
                  <a:pt x="4532143" y="5062349"/>
                </a:lnTo>
                <a:lnTo>
                  <a:pt x="4495380" y="5061176"/>
                </a:lnTo>
                <a:lnTo>
                  <a:pt x="4459008" y="5059221"/>
                </a:lnTo>
                <a:lnTo>
                  <a:pt x="4440626" y="5058830"/>
                </a:lnTo>
                <a:lnTo>
                  <a:pt x="4422245" y="5058830"/>
                </a:lnTo>
                <a:lnTo>
                  <a:pt x="4404646" y="5058830"/>
                </a:lnTo>
                <a:lnTo>
                  <a:pt x="4386264" y="5060003"/>
                </a:lnTo>
                <a:lnTo>
                  <a:pt x="4380007" y="5060394"/>
                </a:lnTo>
                <a:lnTo>
                  <a:pt x="4374141" y="5060394"/>
                </a:lnTo>
                <a:lnTo>
                  <a:pt x="4368274" y="5060394"/>
                </a:lnTo>
                <a:lnTo>
                  <a:pt x="4363189" y="5060003"/>
                </a:lnTo>
                <a:lnTo>
                  <a:pt x="4358106" y="5059221"/>
                </a:lnTo>
                <a:lnTo>
                  <a:pt x="4353412" y="5058047"/>
                </a:lnTo>
                <a:lnTo>
                  <a:pt x="4348719" y="5056483"/>
                </a:lnTo>
                <a:lnTo>
                  <a:pt x="4344417" y="5055310"/>
                </a:lnTo>
                <a:lnTo>
                  <a:pt x="4340506" y="5052963"/>
                </a:lnTo>
                <a:lnTo>
                  <a:pt x="4336595" y="5050617"/>
                </a:lnTo>
                <a:lnTo>
                  <a:pt x="4333075" y="5048661"/>
                </a:lnTo>
                <a:lnTo>
                  <a:pt x="4329555" y="5045923"/>
                </a:lnTo>
                <a:lnTo>
                  <a:pt x="4326817" y="5042795"/>
                </a:lnTo>
                <a:lnTo>
                  <a:pt x="4323689" y="5039666"/>
                </a:lnTo>
                <a:lnTo>
                  <a:pt x="4321733" y="5036146"/>
                </a:lnTo>
                <a:lnTo>
                  <a:pt x="4319387" y="5032235"/>
                </a:lnTo>
                <a:lnTo>
                  <a:pt x="4317040" y="5027933"/>
                </a:lnTo>
                <a:lnTo>
                  <a:pt x="4315476" y="5024022"/>
                </a:lnTo>
                <a:lnTo>
                  <a:pt x="4313520" y="5019720"/>
                </a:lnTo>
                <a:lnTo>
                  <a:pt x="4312347" y="5014636"/>
                </a:lnTo>
                <a:lnTo>
                  <a:pt x="4309610" y="5004467"/>
                </a:lnTo>
                <a:lnTo>
                  <a:pt x="4308045" y="4993125"/>
                </a:lnTo>
                <a:lnTo>
                  <a:pt x="4307263" y="4981393"/>
                </a:lnTo>
                <a:lnTo>
                  <a:pt x="4307263" y="4968095"/>
                </a:lnTo>
                <a:lnTo>
                  <a:pt x="4307654" y="4954407"/>
                </a:lnTo>
                <a:lnTo>
                  <a:pt x="4309218" y="4940327"/>
                </a:lnTo>
                <a:lnTo>
                  <a:pt x="4302960" y="4935243"/>
                </a:lnTo>
                <a:lnTo>
                  <a:pt x="4297485" y="4929768"/>
                </a:lnTo>
                <a:lnTo>
                  <a:pt x="4292792" y="4924684"/>
                </a:lnTo>
                <a:lnTo>
                  <a:pt x="4288099" y="4918817"/>
                </a:lnTo>
                <a:lnTo>
                  <a:pt x="4284579" y="4912951"/>
                </a:lnTo>
                <a:lnTo>
                  <a:pt x="4281059" y="4907084"/>
                </a:lnTo>
                <a:lnTo>
                  <a:pt x="4278321" y="4900827"/>
                </a:lnTo>
                <a:lnTo>
                  <a:pt x="4275584" y="4894569"/>
                </a:lnTo>
                <a:lnTo>
                  <a:pt x="4273628" y="4887921"/>
                </a:lnTo>
                <a:lnTo>
                  <a:pt x="4272064" y="4881272"/>
                </a:lnTo>
                <a:lnTo>
                  <a:pt x="4270891" y="4874623"/>
                </a:lnTo>
                <a:lnTo>
                  <a:pt x="4269326" y="4867975"/>
                </a:lnTo>
                <a:lnTo>
                  <a:pt x="4268153" y="4853504"/>
                </a:lnTo>
                <a:lnTo>
                  <a:pt x="4267762" y="4839425"/>
                </a:lnTo>
                <a:lnTo>
                  <a:pt x="4267762" y="4824563"/>
                </a:lnTo>
                <a:lnTo>
                  <a:pt x="4268153" y="4810092"/>
                </a:lnTo>
                <a:lnTo>
                  <a:pt x="4268935" y="4779978"/>
                </a:lnTo>
                <a:lnTo>
                  <a:pt x="4269326" y="4765507"/>
                </a:lnTo>
                <a:lnTo>
                  <a:pt x="4268545" y="4751037"/>
                </a:lnTo>
                <a:lnTo>
                  <a:pt x="4267371" y="4736957"/>
                </a:lnTo>
                <a:lnTo>
                  <a:pt x="4266197" y="4730309"/>
                </a:lnTo>
                <a:lnTo>
                  <a:pt x="4265024" y="4722878"/>
                </a:lnTo>
                <a:lnTo>
                  <a:pt x="4263460" y="4717011"/>
                </a:lnTo>
                <a:lnTo>
                  <a:pt x="4262678" y="4711145"/>
                </a:lnTo>
                <a:lnTo>
                  <a:pt x="4262286" y="4704105"/>
                </a:lnTo>
                <a:lnTo>
                  <a:pt x="4262286" y="4697457"/>
                </a:lnTo>
                <a:lnTo>
                  <a:pt x="4262678" y="4684159"/>
                </a:lnTo>
                <a:lnTo>
                  <a:pt x="4264242" y="4670471"/>
                </a:lnTo>
                <a:lnTo>
                  <a:pt x="4267762" y="4642312"/>
                </a:lnTo>
                <a:lnTo>
                  <a:pt x="4269326" y="4628624"/>
                </a:lnTo>
                <a:lnTo>
                  <a:pt x="4270891" y="4614544"/>
                </a:lnTo>
                <a:lnTo>
                  <a:pt x="4263460" y="4593425"/>
                </a:lnTo>
                <a:lnTo>
                  <a:pt x="4255638" y="4571915"/>
                </a:lnTo>
                <a:lnTo>
                  <a:pt x="4253683" y="4566048"/>
                </a:lnTo>
                <a:lnTo>
                  <a:pt x="4252900" y="4559400"/>
                </a:lnTo>
                <a:lnTo>
                  <a:pt x="4252510" y="4552751"/>
                </a:lnTo>
                <a:lnTo>
                  <a:pt x="4252118" y="4545320"/>
                </a:lnTo>
                <a:lnTo>
                  <a:pt x="4252900" y="4530850"/>
                </a:lnTo>
                <a:lnTo>
                  <a:pt x="4253291" y="4516379"/>
                </a:lnTo>
                <a:lnTo>
                  <a:pt x="4253291" y="4509730"/>
                </a:lnTo>
                <a:lnTo>
                  <a:pt x="4252900" y="4503082"/>
                </a:lnTo>
                <a:lnTo>
                  <a:pt x="4252118" y="4497215"/>
                </a:lnTo>
                <a:lnTo>
                  <a:pt x="4250162" y="4492131"/>
                </a:lnTo>
                <a:lnTo>
                  <a:pt x="4248989" y="4489393"/>
                </a:lnTo>
                <a:lnTo>
                  <a:pt x="4247425" y="4487047"/>
                </a:lnTo>
                <a:lnTo>
                  <a:pt x="4246252" y="4484700"/>
                </a:lnTo>
                <a:lnTo>
                  <a:pt x="4243905" y="4483136"/>
                </a:lnTo>
                <a:lnTo>
                  <a:pt x="4242341" y="4481572"/>
                </a:lnTo>
                <a:lnTo>
                  <a:pt x="4239603" y="4480007"/>
                </a:lnTo>
                <a:lnTo>
                  <a:pt x="4236865" y="4479225"/>
                </a:lnTo>
                <a:lnTo>
                  <a:pt x="4233736" y="4478052"/>
                </a:lnTo>
                <a:lnTo>
                  <a:pt x="4230217" y="4477661"/>
                </a:lnTo>
                <a:lnTo>
                  <a:pt x="4227088" y="4477269"/>
                </a:lnTo>
                <a:lnTo>
                  <a:pt x="4224350" y="4477661"/>
                </a:lnTo>
                <a:lnTo>
                  <a:pt x="4221221" y="4478052"/>
                </a:lnTo>
                <a:lnTo>
                  <a:pt x="4218875" y="4479225"/>
                </a:lnTo>
                <a:lnTo>
                  <a:pt x="4216919" y="4480398"/>
                </a:lnTo>
                <a:lnTo>
                  <a:pt x="4214573" y="4482354"/>
                </a:lnTo>
                <a:lnTo>
                  <a:pt x="4212226" y="4483918"/>
                </a:lnTo>
                <a:lnTo>
                  <a:pt x="4208706" y="4488611"/>
                </a:lnTo>
                <a:lnTo>
                  <a:pt x="4205578" y="4493696"/>
                </a:lnTo>
                <a:lnTo>
                  <a:pt x="4202840" y="4499953"/>
                </a:lnTo>
                <a:lnTo>
                  <a:pt x="4200493" y="4506602"/>
                </a:lnTo>
                <a:lnTo>
                  <a:pt x="4195800" y="4521463"/>
                </a:lnTo>
                <a:lnTo>
                  <a:pt x="4191498" y="4536325"/>
                </a:lnTo>
                <a:lnTo>
                  <a:pt x="4189151" y="4542974"/>
                </a:lnTo>
                <a:lnTo>
                  <a:pt x="4186414" y="4549622"/>
                </a:lnTo>
                <a:lnTo>
                  <a:pt x="4183285" y="4555489"/>
                </a:lnTo>
                <a:lnTo>
                  <a:pt x="4179374" y="4560573"/>
                </a:lnTo>
                <a:lnTo>
                  <a:pt x="4179765" y="4575044"/>
                </a:lnTo>
                <a:lnTo>
                  <a:pt x="4180547" y="4589514"/>
                </a:lnTo>
                <a:lnTo>
                  <a:pt x="4180547" y="4596945"/>
                </a:lnTo>
                <a:lnTo>
                  <a:pt x="4180547" y="4603985"/>
                </a:lnTo>
                <a:lnTo>
                  <a:pt x="4180156" y="4610242"/>
                </a:lnTo>
                <a:lnTo>
                  <a:pt x="4179374" y="4616500"/>
                </a:lnTo>
                <a:lnTo>
                  <a:pt x="4177419" y="4621584"/>
                </a:lnTo>
                <a:lnTo>
                  <a:pt x="4175463" y="4626277"/>
                </a:lnTo>
                <a:lnTo>
                  <a:pt x="4173899" y="4628624"/>
                </a:lnTo>
                <a:lnTo>
                  <a:pt x="4172334" y="4630188"/>
                </a:lnTo>
                <a:lnTo>
                  <a:pt x="4170379" y="4632144"/>
                </a:lnTo>
                <a:lnTo>
                  <a:pt x="4168032" y="4633317"/>
                </a:lnTo>
                <a:lnTo>
                  <a:pt x="4166077" y="4634881"/>
                </a:lnTo>
                <a:lnTo>
                  <a:pt x="4163339" y="4635663"/>
                </a:lnTo>
                <a:lnTo>
                  <a:pt x="4160210" y="4636055"/>
                </a:lnTo>
                <a:lnTo>
                  <a:pt x="4157082" y="4636446"/>
                </a:lnTo>
                <a:lnTo>
                  <a:pt x="4153562" y="4636446"/>
                </a:lnTo>
                <a:lnTo>
                  <a:pt x="4149651" y="4636446"/>
                </a:lnTo>
                <a:lnTo>
                  <a:pt x="4144958" y="4636055"/>
                </a:lnTo>
                <a:lnTo>
                  <a:pt x="4140656" y="4634881"/>
                </a:lnTo>
                <a:lnTo>
                  <a:pt x="4137136" y="4636446"/>
                </a:lnTo>
                <a:lnTo>
                  <a:pt x="4133225" y="4638010"/>
                </a:lnTo>
                <a:lnTo>
                  <a:pt x="4129705" y="4638792"/>
                </a:lnTo>
                <a:lnTo>
                  <a:pt x="4125794" y="4639183"/>
                </a:lnTo>
                <a:lnTo>
                  <a:pt x="4116408" y="4643094"/>
                </a:lnTo>
                <a:lnTo>
                  <a:pt x="4106630" y="4647005"/>
                </a:lnTo>
                <a:lnTo>
                  <a:pt x="4096853" y="4650916"/>
                </a:lnTo>
                <a:lnTo>
                  <a:pt x="4087466" y="4654045"/>
                </a:lnTo>
                <a:lnTo>
                  <a:pt x="4077689" y="4657174"/>
                </a:lnTo>
                <a:lnTo>
                  <a:pt x="4068303" y="4659129"/>
                </a:lnTo>
                <a:lnTo>
                  <a:pt x="4058525" y="4661476"/>
                </a:lnTo>
                <a:lnTo>
                  <a:pt x="4048748" y="4663431"/>
                </a:lnTo>
                <a:lnTo>
                  <a:pt x="4039362" y="4664605"/>
                </a:lnTo>
                <a:lnTo>
                  <a:pt x="4029584" y="4665387"/>
                </a:lnTo>
                <a:lnTo>
                  <a:pt x="4010029" y="4667342"/>
                </a:lnTo>
                <a:lnTo>
                  <a:pt x="3990866" y="4667733"/>
                </a:lnTo>
                <a:lnTo>
                  <a:pt x="3970920" y="4667342"/>
                </a:lnTo>
                <a:lnTo>
                  <a:pt x="3951756" y="4666560"/>
                </a:lnTo>
                <a:lnTo>
                  <a:pt x="3932201" y="4664605"/>
                </a:lnTo>
                <a:lnTo>
                  <a:pt x="3912646" y="4662649"/>
                </a:lnTo>
                <a:lnTo>
                  <a:pt x="3893483" y="4661085"/>
                </a:lnTo>
                <a:lnTo>
                  <a:pt x="3854373" y="4656392"/>
                </a:lnTo>
                <a:lnTo>
                  <a:pt x="3835209" y="4654827"/>
                </a:lnTo>
                <a:lnTo>
                  <a:pt x="3815655" y="4653263"/>
                </a:lnTo>
                <a:lnTo>
                  <a:pt x="3811744" y="4652872"/>
                </a:lnTo>
                <a:lnTo>
                  <a:pt x="3808224" y="4652089"/>
                </a:lnTo>
                <a:lnTo>
                  <a:pt x="3804704" y="4650916"/>
                </a:lnTo>
                <a:lnTo>
                  <a:pt x="3801184" y="4649352"/>
                </a:lnTo>
                <a:lnTo>
                  <a:pt x="3798055" y="4647787"/>
                </a:lnTo>
                <a:lnTo>
                  <a:pt x="3795318" y="4645441"/>
                </a:lnTo>
                <a:lnTo>
                  <a:pt x="3792189" y="4643094"/>
                </a:lnTo>
                <a:lnTo>
                  <a:pt x="3789451" y="4640357"/>
                </a:lnTo>
                <a:lnTo>
                  <a:pt x="3784758" y="4634881"/>
                </a:lnTo>
                <a:lnTo>
                  <a:pt x="3780847" y="4627450"/>
                </a:lnTo>
                <a:lnTo>
                  <a:pt x="3776545" y="4620020"/>
                </a:lnTo>
                <a:lnTo>
                  <a:pt x="3773416" y="4611807"/>
                </a:lnTo>
                <a:lnTo>
                  <a:pt x="3770678" y="4603202"/>
                </a:lnTo>
                <a:lnTo>
                  <a:pt x="3768332" y="4593816"/>
                </a:lnTo>
                <a:lnTo>
                  <a:pt x="3765985" y="4584430"/>
                </a:lnTo>
                <a:lnTo>
                  <a:pt x="3764030" y="4575044"/>
                </a:lnTo>
                <a:lnTo>
                  <a:pt x="3761683" y="4555489"/>
                </a:lnTo>
                <a:lnTo>
                  <a:pt x="3759728" y="4537107"/>
                </a:lnTo>
                <a:lnTo>
                  <a:pt x="3757381" y="4506211"/>
                </a:lnTo>
                <a:lnTo>
                  <a:pt x="3755817" y="4475314"/>
                </a:lnTo>
                <a:lnTo>
                  <a:pt x="3754252" y="4444808"/>
                </a:lnTo>
                <a:lnTo>
                  <a:pt x="3753470" y="4413912"/>
                </a:lnTo>
                <a:lnTo>
                  <a:pt x="3752297" y="4352119"/>
                </a:lnTo>
                <a:lnTo>
                  <a:pt x="3750733" y="4290325"/>
                </a:lnTo>
                <a:lnTo>
                  <a:pt x="3745257" y="4261775"/>
                </a:lnTo>
                <a:lnTo>
                  <a:pt x="3740173" y="4233616"/>
                </a:lnTo>
                <a:lnTo>
                  <a:pt x="3734307" y="4205066"/>
                </a:lnTo>
                <a:lnTo>
                  <a:pt x="3731960" y="4190987"/>
                </a:lnTo>
                <a:lnTo>
                  <a:pt x="3730004" y="4176908"/>
                </a:lnTo>
                <a:lnTo>
                  <a:pt x="3727658" y="4162437"/>
                </a:lnTo>
                <a:lnTo>
                  <a:pt x="3726093" y="4148358"/>
                </a:lnTo>
                <a:lnTo>
                  <a:pt x="3725311" y="4133887"/>
                </a:lnTo>
                <a:lnTo>
                  <a:pt x="3725311" y="4119025"/>
                </a:lnTo>
                <a:lnTo>
                  <a:pt x="3725702" y="4104555"/>
                </a:lnTo>
                <a:lnTo>
                  <a:pt x="3726876" y="4089693"/>
                </a:lnTo>
                <a:lnTo>
                  <a:pt x="3728831" y="4075223"/>
                </a:lnTo>
                <a:lnTo>
                  <a:pt x="3731960" y="4059970"/>
                </a:lnTo>
                <a:lnTo>
                  <a:pt x="3724920" y="3898447"/>
                </a:lnTo>
                <a:lnTo>
                  <a:pt x="3717880" y="3736924"/>
                </a:lnTo>
                <a:lnTo>
                  <a:pt x="3714361" y="3732231"/>
                </a:lnTo>
                <a:lnTo>
                  <a:pt x="3711232" y="3727929"/>
                </a:lnTo>
                <a:lnTo>
                  <a:pt x="3708103" y="3724800"/>
                </a:lnTo>
                <a:lnTo>
                  <a:pt x="3705365" y="3722454"/>
                </a:lnTo>
                <a:lnTo>
                  <a:pt x="3702628" y="3720498"/>
                </a:lnTo>
                <a:lnTo>
                  <a:pt x="3699890" y="3719325"/>
                </a:lnTo>
                <a:lnTo>
                  <a:pt x="3697152" y="3718152"/>
                </a:lnTo>
                <a:lnTo>
                  <a:pt x="3694806" y="3718152"/>
                </a:lnTo>
                <a:lnTo>
                  <a:pt x="3692459" y="3718543"/>
                </a:lnTo>
                <a:lnTo>
                  <a:pt x="3689722" y="3719325"/>
                </a:lnTo>
                <a:lnTo>
                  <a:pt x="3687375" y="3720498"/>
                </a:lnTo>
                <a:lnTo>
                  <a:pt x="3685419" y="3721671"/>
                </a:lnTo>
                <a:lnTo>
                  <a:pt x="3680726" y="3725974"/>
                </a:lnTo>
                <a:lnTo>
                  <a:pt x="3676815" y="3730667"/>
                </a:lnTo>
                <a:lnTo>
                  <a:pt x="3668602" y="3741617"/>
                </a:lnTo>
                <a:lnTo>
                  <a:pt x="3664691" y="3746702"/>
                </a:lnTo>
                <a:lnTo>
                  <a:pt x="3660389" y="3751786"/>
                </a:lnTo>
                <a:lnTo>
                  <a:pt x="3656087" y="3755697"/>
                </a:lnTo>
                <a:lnTo>
                  <a:pt x="3654132" y="3757652"/>
                </a:lnTo>
                <a:lnTo>
                  <a:pt x="3651785" y="3758826"/>
                </a:lnTo>
                <a:lnTo>
                  <a:pt x="3649048" y="3759608"/>
                </a:lnTo>
                <a:lnTo>
                  <a:pt x="3647092" y="3760390"/>
                </a:lnTo>
                <a:lnTo>
                  <a:pt x="3644354" y="3760390"/>
                </a:lnTo>
                <a:lnTo>
                  <a:pt x="3641617" y="3759608"/>
                </a:lnTo>
                <a:lnTo>
                  <a:pt x="3629102" y="3768212"/>
                </a:lnTo>
                <a:lnTo>
                  <a:pt x="3622453" y="3771732"/>
                </a:lnTo>
                <a:lnTo>
                  <a:pt x="3616195" y="3775252"/>
                </a:lnTo>
                <a:lnTo>
                  <a:pt x="3609938" y="3778380"/>
                </a:lnTo>
                <a:lnTo>
                  <a:pt x="3603680" y="3781118"/>
                </a:lnTo>
                <a:lnTo>
                  <a:pt x="3597423" y="3783074"/>
                </a:lnTo>
                <a:lnTo>
                  <a:pt x="3591556" y="3783465"/>
                </a:lnTo>
                <a:lnTo>
                  <a:pt x="3588428" y="3783465"/>
                </a:lnTo>
                <a:lnTo>
                  <a:pt x="3585690" y="3783465"/>
                </a:lnTo>
                <a:lnTo>
                  <a:pt x="3582561" y="3782683"/>
                </a:lnTo>
                <a:lnTo>
                  <a:pt x="3579823" y="3781509"/>
                </a:lnTo>
                <a:lnTo>
                  <a:pt x="3577477" y="3780336"/>
                </a:lnTo>
                <a:lnTo>
                  <a:pt x="3574348" y="3778772"/>
                </a:lnTo>
                <a:lnTo>
                  <a:pt x="3571611" y="3776816"/>
                </a:lnTo>
                <a:lnTo>
                  <a:pt x="3569264" y="3774469"/>
                </a:lnTo>
                <a:lnTo>
                  <a:pt x="3566526" y="3771341"/>
                </a:lnTo>
                <a:lnTo>
                  <a:pt x="3563789" y="3768212"/>
                </a:lnTo>
                <a:lnTo>
                  <a:pt x="3561833" y="3764692"/>
                </a:lnTo>
                <a:lnTo>
                  <a:pt x="3559096" y="3760390"/>
                </a:lnTo>
                <a:lnTo>
                  <a:pt x="3556749" y="3755697"/>
                </a:lnTo>
                <a:lnTo>
                  <a:pt x="3554402" y="3750222"/>
                </a:lnTo>
                <a:lnTo>
                  <a:pt x="3550100" y="3738489"/>
                </a:lnTo>
                <a:lnTo>
                  <a:pt x="3543843" y="3749439"/>
                </a:lnTo>
                <a:lnTo>
                  <a:pt x="3537194" y="3759608"/>
                </a:lnTo>
                <a:lnTo>
                  <a:pt x="3530545" y="3768603"/>
                </a:lnTo>
                <a:lnTo>
                  <a:pt x="3523897" y="3776816"/>
                </a:lnTo>
                <a:lnTo>
                  <a:pt x="3516857" y="3783856"/>
                </a:lnTo>
                <a:lnTo>
                  <a:pt x="3509817" y="3790113"/>
                </a:lnTo>
                <a:lnTo>
                  <a:pt x="3502778" y="3795980"/>
                </a:lnTo>
                <a:lnTo>
                  <a:pt x="3495738" y="3800282"/>
                </a:lnTo>
                <a:lnTo>
                  <a:pt x="3488307" y="3804193"/>
                </a:lnTo>
                <a:lnTo>
                  <a:pt x="3480876" y="3807322"/>
                </a:lnTo>
                <a:lnTo>
                  <a:pt x="3473445" y="3810059"/>
                </a:lnTo>
                <a:lnTo>
                  <a:pt x="3466015" y="3812406"/>
                </a:lnTo>
                <a:lnTo>
                  <a:pt x="3458193" y="3813579"/>
                </a:lnTo>
                <a:lnTo>
                  <a:pt x="3450762" y="3814752"/>
                </a:lnTo>
                <a:lnTo>
                  <a:pt x="3442940" y="3815143"/>
                </a:lnTo>
                <a:lnTo>
                  <a:pt x="3435118" y="3815143"/>
                </a:lnTo>
                <a:lnTo>
                  <a:pt x="3427687" y="3814752"/>
                </a:lnTo>
                <a:lnTo>
                  <a:pt x="3419474" y="3813970"/>
                </a:lnTo>
                <a:lnTo>
                  <a:pt x="3412043" y="3812797"/>
                </a:lnTo>
                <a:lnTo>
                  <a:pt x="3403830" y="3811624"/>
                </a:lnTo>
                <a:lnTo>
                  <a:pt x="3387795" y="3808495"/>
                </a:lnTo>
                <a:lnTo>
                  <a:pt x="3371760" y="3804193"/>
                </a:lnTo>
                <a:lnTo>
                  <a:pt x="3340082" y="3796762"/>
                </a:lnTo>
                <a:lnTo>
                  <a:pt x="3324047" y="3793633"/>
                </a:lnTo>
                <a:lnTo>
                  <a:pt x="3308403" y="3790896"/>
                </a:lnTo>
                <a:lnTo>
                  <a:pt x="3299799" y="3765083"/>
                </a:lnTo>
                <a:lnTo>
                  <a:pt x="3291195" y="3739271"/>
                </a:lnTo>
                <a:lnTo>
                  <a:pt x="3273204" y="3688428"/>
                </a:lnTo>
                <a:lnTo>
                  <a:pt x="3264209" y="3662616"/>
                </a:lnTo>
                <a:lnTo>
                  <a:pt x="3255214" y="3637195"/>
                </a:lnTo>
                <a:lnTo>
                  <a:pt x="3247392" y="3611382"/>
                </a:lnTo>
                <a:lnTo>
                  <a:pt x="3239179" y="3584788"/>
                </a:lnTo>
                <a:lnTo>
                  <a:pt x="3232530" y="3558584"/>
                </a:lnTo>
                <a:lnTo>
                  <a:pt x="3226272" y="3532381"/>
                </a:lnTo>
                <a:lnTo>
                  <a:pt x="3223535" y="3518693"/>
                </a:lnTo>
                <a:lnTo>
                  <a:pt x="3221579" y="3505004"/>
                </a:lnTo>
                <a:lnTo>
                  <a:pt x="3219233" y="3491316"/>
                </a:lnTo>
                <a:lnTo>
                  <a:pt x="3217277" y="3477627"/>
                </a:lnTo>
                <a:lnTo>
                  <a:pt x="3215713" y="3463548"/>
                </a:lnTo>
                <a:lnTo>
                  <a:pt x="3214931" y="3449468"/>
                </a:lnTo>
                <a:lnTo>
                  <a:pt x="3213757" y="3434998"/>
                </a:lnTo>
                <a:lnTo>
                  <a:pt x="3213757" y="3420918"/>
                </a:lnTo>
                <a:lnTo>
                  <a:pt x="3213757" y="3406057"/>
                </a:lnTo>
                <a:lnTo>
                  <a:pt x="3214149" y="3391586"/>
                </a:lnTo>
                <a:lnTo>
                  <a:pt x="3215322" y="3376725"/>
                </a:lnTo>
                <a:lnTo>
                  <a:pt x="3216886" y="3361472"/>
                </a:lnTo>
                <a:lnTo>
                  <a:pt x="3213757" y="3355605"/>
                </a:lnTo>
                <a:lnTo>
                  <a:pt x="3211411" y="3350521"/>
                </a:lnTo>
                <a:lnTo>
                  <a:pt x="3209455" y="3344655"/>
                </a:lnTo>
                <a:lnTo>
                  <a:pt x="3207500" y="3338397"/>
                </a:lnTo>
                <a:lnTo>
                  <a:pt x="3205936" y="3332140"/>
                </a:lnTo>
                <a:lnTo>
                  <a:pt x="3204371" y="3325882"/>
                </a:lnTo>
                <a:lnTo>
                  <a:pt x="3202807" y="3312976"/>
                </a:lnTo>
                <a:lnTo>
                  <a:pt x="3202025" y="3299679"/>
                </a:lnTo>
                <a:lnTo>
                  <a:pt x="3200851" y="3285991"/>
                </a:lnTo>
                <a:lnTo>
                  <a:pt x="3200069" y="3259005"/>
                </a:lnTo>
                <a:lnTo>
                  <a:pt x="3199287" y="3245708"/>
                </a:lnTo>
                <a:lnTo>
                  <a:pt x="3197723" y="3232019"/>
                </a:lnTo>
                <a:lnTo>
                  <a:pt x="3195767" y="3219113"/>
                </a:lnTo>
                <a:lnTo>
                  <a:pt x="3194203" y="3212856"/>
                </a:lnTo>
                <a:lnTo>
                  <a:pt x="3192638" y="3207380"/>
                </a:lnTo>
                <a:lnTo>
                  <a:pt x="3190292" y="3201123"/>
                </a:lnTo>
                <a:lnTo>
                  <a:pt x="3187945" y="3195256"/>
                </a:lnTo>
                <a:lnTo>
                  <a:pt x="3185207" y="3189781"/>
                </a:lnTo>
                <a:lnTo>
                  <a:pt x="3181688" y="3184305"/>
                </a:lnTo>
                <a:lnTo>
                  <a:pt x="3178168" y="3179221"/>
                </a:lnTo>
                <a:lnTo>
                  <a:pt x="3174257" y="3174137"/>
                </a:lnTo>
                <a:lnTo>
                  <a:pt x="3169564" y="3169444"/>
                </a:lnTo>
                <a:lnTo>
                  <a:pt x="3164479" y="3164751"/>
                </a:lnTo>
                <a:lnTo>
                  <a:pt x="3162915" y="3259396"/>
                </a:lnTo>
                <a:lnTo>
                  <a:pt x="3161741" y="3306328"/>
                </a:lnTo>
                <a:lnTo>
                  <a:pt x="3160568" y="3353650"/>
                </a:lnTo>
                <a:lnTo>
                  <a:pt x="3158613" y="3400190"/>
                </a:lnTo>
                <a:lnTo>
                  <a:pt x="3156266" y="3447122"/>
                </a:lnTo>
                <a:lnTo>
                  <a:pt x="3154311" y="3494053"/>
                </a:lnTo>
                <a:lnTo>
                  <a:pt x="3151182" y="3540985"/>
                </a:lnTo>
                <a:lnTo>
                  <a:pt x="3147271" y="3587525"/>
                </a:lnTo>
                <a:lnTo>
                  <a:pt x="3143360" y="3634066"/>
                </a:lnTo>
                <a:lnTo>
                  <a:pt x="3139058" y="3680997"/>
                </a:lnTo>
                <a:lnTo>
                  <a:pt x="3133974" y="3727147"/>
                </a:lnTo>
                <a:lnTo>
                  <a:pt x="3128107" y="3773687"/>
                </a:lnTo>
                <a:lnTo>
                  <a:pt x="3121459" y="3819837"/>
                </a:lnTo>
                <a:lnTo>
                  <a:pt x="3114419" y="3865986"/>
                </a:lnTo>
                <a:lnTo>
                  <a:pt x="3106597" y="3912135"/>
                </a:lnTo>
                <a:lnTo>
                  <a:pt x="3105033" y="3936774"/>
                </a:lnTo>
                <a:lnTo>
                  <a:pt x="3103468" y="3961413"/>
                </a:lnTo>
                <a:lnTo>
                  <a:pt x="3100731" y="3985270"/>
                </a:lnTo>
                <a:lnTo>
                  <a:pt x="3097211" y="4009518"/>
                </a:lnTo>
                <a:lnTo>
                  <a:pt x="3092909" y="4032984"/>
                </a:lnTo>
                <a:lnTo>
                  <a:pt x="3088607" y="4056841"/>
                </a:lnTo>
                <a:lnTo>
                  <a:pt x="3083522" y="4079916"/>
                </a:lnTo>
                <a:lnTo>
                  <a:pt x="3078829" y="4102990"/>
                </a:lnTo>
                <a:lnTo>
                  <a:pt x="3072963" y="4126456"/>
                </a:lnTo>
                <a:lnTo>
                  <a:pt x="3067096" y="4149531"/>
                </a:lnTo>
                <a:lnTo>
                  <a:pt x="3055755" y="4195289"/>
                </a:lnTo>
                <a:lnTo>
                  <a:pt x="3043631" y="4241438"/>
                </a:lnTo>
                <a:lnTo>
                  <a:pt x="3031898" y="4287197"/>
                </a:lnTo>
                <a:lnTo>
                  <a:pt x="3031507" y="4298147"/>
                </a:lnTo>
                <a:lnTo>
                  <a:pt x="3030724" y="4308316"/>
                </a:lnTo>
                <a:lnTo>
                  <a:pt x="3028378" y="4318093"/>
                </a:lnTo>
                <a:lnTo>
                  <a:pt x="3026031" y="4327480"/>
                </a:lnTo>
                <a:lnTo>
                  <a:pt x="3022511" y="4336475"/>
                </a:lnTo>
                <a:lnTo>
                  <a:pt x="3018992" y="4344688"/>
                </a:lnTo>
                <a:lnTo>
                  <a:pt x="3014689" y="4353292"/>
                </a:lnTo>
                <a:lnTo>
                  <a:pt x="3009605" y="4361896"/>
                </a:lnTo>
                <a:lnTo>
                  <a:pt x="3006476" y="4365025"/>
                </a:lnTo>
                <a:lnTo>
                  <a:pt x="3002957" y="4368545"/>
                </a:lnTo>
                <a:lnTo>
                  <a:pt x="2997090" y="4375584"/>
                </a:lnTo>
                <a:lnTo>
                  <a:pt x="2991224" y="4384189"/>
                </a:lnTo>
                <a:lnTo>
                  <a:pt x="2986139" y="4392402"/>
                </a:lnTo>
                <a:lnTo>
                  <a:pt x="2981055" y="4401397"/>
                </a:lnTo>
                <a:lnTo>
                  <a:pt x="2976753" y="4410783"/>
                </a:lnTo>
                <a:lnTo>
                  <a:pt x="2967367" y="4429556"/>
                </a:lnTo>
                <a:lnTo>
                  <a:pt x="2962282" y="4438942"/>
                </a:lnTo>
                <a:lnTo>
                  <a:pt x="2957589" y="4447546"/>
                </a:lnTo>
                <a:lnTo>
                  <a:pt x="2951723" y="4455759"/>
                </a:lnTo>
                <a:lnTo>
                  <a:pt x="2945857" y="4463972"/>
                </a:lnTo>
                <a:lnTo>
                  <a:pt x="2939599" y="4470621"/>
                </a:lnTo>
                <a:lnTo>
                  <a:pt x="2936470" y="4474141"/>
                </a:lnTo>
                <a:lnTo>
                  <a:pt x="2932950" y="4476878"/>
                </a:lnTo>
                <a:lnTo>
                  <a:pt x="2929039" y="4479616"/>
                </a:lnTo>
                <a:lnTo>
                  <a:pt x="2924737" y="4482354"/>
                </a:lnTo>
                <a:lnTo>
                  <a:pt x="2920826" y="4483918"/>
                </a:lnTo>
                <a:lnTo>
                  <a:pt x="2916524" y="4486265"/>
                </a:lnTo>
                <a:lnTo>
                  <a:pt x="2913004" y="4498389"/>
                </a:lnTo>
                <a:lnTo>
                  <a:pt x="2908702" y="4509730"/>
                </a:lnTo>
                <a:lnTo>
                  <a:pt x="2904400" y="4519508"/>
                </a:lnTo>
                <a:lnTo>
                  <a:pt x="2898925" y="4528894"/>
                </a:lnTo>
                <a:lnTo>
                  <a:pt x="2893841" y="4537107"/>
                </a:lnTo>
                <a:lnTo>
                  <a:pt x="2887974" y="4544538"/>
                </a:lnTo>
                <a:lnTo>
                  <a:pt x="2881717" y="4551187"/>
                </a:lnTo>
                <a:lnTo>
                  <a:pt x="2875068" y="4557053"/>
                </a:lnTo>
                <a:lnTo>
                  <a:pt x="2868028" y="4562137"/>
                </a:lnTo>
                <a:lnTo>
                  <a:pt x="2860598" y="4566439"/>
                </a:lnTo>
                <a:lnTo>
                  <a:pt x="2852776" y="4569959"/>
                </a:lnTo>
                <a:lnTo>
                  <a:pt x="2844563" y="4573479"/>
                </a:lnTo>
                <a:lnTo>
                  <a:pt x="2836350" y="4576217"/>
                </a:lnTo>
                <a:lnTo>
                  <a:pt x="2827745" y="4578954"/>
                </a:lnTo>
                <a:lnTo>
                  <a:pt x="2818750" y="4581301"/>
                </a:lnTo>
                <a:lnTo>
                  <a:pt x="2809755" y="4582865"/>
                </a:lnTo>
                <a:lnTo>
                  <a:pt x="2794111" y="4585212"/>
                </a:lnTo>
                <a:lnTo>
                  <a:pt x="2778467" y="4586385"/>
                </a:lnTo>
                <a:lnTo>
                  <a:pt x="2763215" y="4587559"/>
                </a:lnTo>
                <a:lnTo>
                  <a:pt x="2747571" y="4587559"/>
                </a:lnTo>
                <a:lnTo>
                  <a:pt x="2732318" y="4587168"/>
                </a:lnTo>
                <a:lnTo>
                  <a:pt x="2716674" y="4585994"/>
                </a:lnTo>
                <a:lnTo>
                  <a:pt x="2701421" y="4584430"/>
                </a:lnTo>
                <a:lnTo>
                  <a:pt x="2685778" y="4582474"/>
                </a:lnTo>
                <a:lnTo>
                  <a:pt x="2655272" y="4578172"/>
                </a:lnTo>
                <a:lnTo>
                  <a:pt x="2624767" y="4573088"/>
                </a:lnTo>
                <a:lnTo>
                  <a:pt x="2593870" y="4568004"/>
                </a:lnTo>
                <a:lnTo>
                  <a:pt x="2579008" y="4565657"/>
                </a:lnTo>
                <a:lnTo>
                  <a:pt x="2563364" y="4563702"/>
                </a:lnTo>
                <a:lnTo>
                  <a:pt x="2554760" y="4562137"/>
                </a:lnTo>
                <a:lnTo>
                  <a:pt x="2546938" y="4559791"/>
                </a:lnTo>
                <a:lnTo>
                  <a:pt x="2539508" y="4556662"/>
                </a:lnTo>
                <a:lnTo>
                  <a:pt x="2532468" y="4553142"/>
                </a:lnTo>
                <a:lnTo>
                  <a:pt x="2526210" y="4548449"/>
                </a:lnTo>
                <a:lnTo>
                  <a:pt x="2519953" y="4543365"/>
                </a:lnTo>
                <a:lnTo>
                  <a:pt x="2514477" y="4537107"/>
                </a:lnTo>
                <a:lnTo>
                  <a:pt x="2509784" y="4530850"/>
                </a:lnTo>
                <a:lnTo>
                  <a:pt x="2504700" y="4523810"/>
                </a:lnTo>
                <a:lnTo>
                  <a:pt x="2500789" y="4515597"/>
                </a:lnTo>
                <a:lnTo>
                  <a:pt x="2496878" y="4507775"/>
                </a:lnTo>
                <a:lnTo>
                  <a:pt x="2493749" y="4498780"/>
                </a:lnTo>
                <a:lnTo>
                  <a:pt x="2490620" y="4489785"/>
                </a:lnTo>
                <a:lnTo>
                  <a:pt x="2488274" y="4480007"/>
                </a:lnTo>
                <a:lnTo>
                  <a:pt x="2485927" y="4470230"/>
                </a:lnTo>
                <a:lnTo>
                  <a:pt x="2484363" y="4460061"/>
                </a:lnTo>
                <a:lnTo>
                  <a:pt x="2478497" y="4424080"/>
                </a:lnTo>
                <a:lnTo>
                  <a:pt x="2472630" y="4388882"/>
                </a:lnTo>
                <a:lnTo>
                  <a:pt x="2460506" y="4318093"/>
                </a:lnTo>
                <a:lnTo>
                  <a:pt x="2448773" y="4247696"/>
                </a:lnTo>
                <a:lnTo>
                  <a:pt x="2442907" y="4212106"/>
                </a:lnTo>
                <a:lnTo>
                  <a:pt x="2437431" y="4176908"/>
                </a:lnTo>
                <a:lnTo>
                  <a:pt x="2432738" y="4140927"/>
                </a:lnTo>
                <a:lnTo>
                  <a:pt x="2428045" y="4105337"/>
                </a:lnTo>
                <a:lnTo>
                  <a:pt x="2424525" y="4069356"/>
                </a:lnTo>
                <a:lnTo>
                  <a:pt x="2421396" y="4033375"/>
                </a:lnTo>
                <a:lnTo>
                  <a:pt x="2419832" y="3997394"/>
                </a:lnTo>
                <a:lnTo>
                  <a:pt x="2418659" y="3979013"/>
                </a:lnTo>
                <a:lnTo>
                  <a:pt x="2418659" y="3961022"/>
                </a:lnTo>
                <a:lnTo>
                  <a:pt x="2418267" y="3942641"/>
                </a:lnTo>
                <a:lnTo>
                  <a:pt x="2418659" y="3924259"/>
                </a:lnTo>
                <a:lnTo>
                  <a:pt x="2419050" y="3905487"/>
                </a:lnTo>
                <a:lnTo>
                  <a:pt x="2420223" y="3887105"/>
                </a:lnTo>
                <a:lnTo>
                  <a:pt x="2402624" y="3837045"/>
                </a:lnTo>
                <a:lnTo>
                  <a:pt x="2366252" y="3812406"/>
                </a:lnTo>
                <a:lnTo>
                  <a:pt x="2326751" y="4137407"/>
                </a:lnTo>
                <a:lnTo>
                  <a:pt x="2327924" y="4148749"/>
                </a:lnTo>
                <a:lnTo>
                  <a:pt x="2328316" y="4159699"/>
                </a:lnTo>
                <a:lnTo>
                  <a:pt x="2328316" y="4171041"/>
                </a:lnTo>
                <a:lnTo>
                  <a:pt x="2328316" y="4181992"/>
                </a:lnTo>
                <a:lnTo>
                  <a:pt x="2327533" y="4192942"/>
                </a:lnTo>
                <a:lnTo>
                  <a:pt x="2326360" y="4203893"/>
                </a:lnTo>
                <a:lnTo>
                  <a:pt x="2324404" y="4225403"/>
                </a:lnTo>
                <a:lnTo>
                  <a:pt x="2320494" y="4247305"/>
                </a:lnTo>
                <a:lnTo>
                  <a:pt x="2316583" y="4268424"/>
                </a:lnTo>
                <a:lnTo>
                  <a:pt x="2308370" y="4311445"/>
                </a:lnTo>
                <a:lnTo>
                  <a:pt x="2308370" y="4325915"/>
                </a:lnTo>
                <a:lnTo>
                  <a:pt x="2306805" y="4340386"/>
                </a:lnTo>
                <a:lnTo>
                  <a:pt x="2305241" y="4354074"/>
                </a:lnTo>
                <a:lnTo>
                  <a:pt x="2302894" y="4368154"/>
                </a:lnTo>
                <a:lnTo>
                  <a:pt x="2299766" y="4381451"/>
                </a:lnTo>
                <a:lnTo>
                  <a:pt x="2296246" y="4394748"/>
                </a:lnTo>
                <a:lnTo>
                  <a:pt x="2291944" y="4408045"/>
                </a:lnTo>
                <a:lnTo>
                  <a:pt x="2287641" y="4420952"/>
                </a:lnTo>
                <a:lnTo>
                  <a:pt x="2278646" y="4447937"/>
                </a:lnTo>
                <a:lnTo>
                  <a:pt x="2274735" y="4460843"/>
                </a:lnTo>
                <a:lnTo>
                  <a:pt x="2270824" y="4474532"/>
                </a:lnTo>
                <a:lnTo>
                  <a:pt x="2266522" y="4487829"/>
                </a:lnTo>
                <a:lnTo>
                  <a:pt x="2263785" y="4501909"/>
                </a:lnTo>
                <a:lnTo>
                  <a:pt x="2261047" y="4515988"/>
                </a:lnTo>
                <a:lnTo>
                  <a:pt x="2259092" y="4530850"/>
                </a:lnTo>
                <a:lnTo>
                  <a:pt x="2258309" y="4533978"/>
                </a:lnTo>
                <a:lnTo>
                  <a:pt x="2257527" y="4536716"/>
                </a:lnTo>
                <a:lnTo>
                  <a:pt x="2255963" y="4540236"/>
                </a:lnTo>
                <a:lnTo>
                  <a:pt x="2254398" y="4543365"/>
                </a:lnTo>
                <a:lnTo>
                  <a:pt x="2249705" y="4550404"/>
                </a:lnTo>
                <a:lnTo>
                  <a:pt x="2243839" y="4557835"/>
                </a:lnTo>
                <a:lnTo>
                  <a:pt x="2236799" y="4565657"/>
                </a:lnTo>
                <a:lnTo>
                  <a:pt x="2229368" y="4573088"/>
                </a:lnTo>
                <a:lnTo>
                  <a:pt x="2220373" y="4580910"/>
                </a:lnTo>
                <a:lnTo>
                  <a:pt x="2211378" y="4588341"/>
                </a:lnTo>
                <a:lnTo>
                  <a:pt x="2201600" y="4595772"/>
                </a:lnTo>
                <a:lnTo>
                  <a:pt x="2191823" y="4603202"/>
                </a:lnTo>
                <a:lnTo>
                  <a:pt x="2182045" y="4609460"/>
                </a:lnTo>
                <a:lnTo>
                  <a:pt x="2172268" y="4614935"/>
                </a:lnTo>
                <a:lnTo>
                  <a:pt x="2162882" y="4620411"/>
                </a:lnTo>
                <a:lnTo>
                  <a:pt x="2153887" y="4624713"/>
                </a:lnTo>
                <a:lnTo>
                  <a:pt x="2145674" y="4627842"/>
                </a:lnTo>
                <a:lnTo>
                  <a:pt x="2138243" y="4630579"/>
                </a:lnTo>
                <a:lnTo>
                  <a:pt x="2126510" y="4633708"/>
                </a:lnTo>
                <a:lnTo>
                  <a:pt x="2114777" y="4637228"/>
                </a:lnTo>
                <a:lnTo>
                  <a:pt x="2090138" y="4645832"/>
                </a:lnTo>
                <a:lnTo>
                  <a:pt x="2077623" y="4649743"/>
                </a:lnTo>
                <a:lnTo>
                  <a:pt x="2065108" y="4653263"/>
                </a:lnTo>
                <a:lnTo>
                  <a:pt x="2052593" y="4657174"/>
                </a:lnTo>
                <a:lnTo>
                  <a:pt x="2039687" y="4660303"/>
                </a:lnTo>
                <a:lnTo>
                  <a:pt x="2027171" y="4662258"/>
                </a:lnTo>
                <a:lnTo>
                  <a:pt x="2014265" y="4663822"/>
                </a:lnTo>
                <a:lnTo>
                  <a:pt x="2008007" y="4664213"/>
                </a:lnTo>
                <a:lnTo>
                  <a:pt x="2001359" y="4664213"/>
                </a:lnTo>
                <a:lnTo>
                  <a:pt x="1995102" y="4664213"/>
                </a:lnTo>
                <a:lnTo>
                  <a:pt x="1988844" y="4663431"/>
                </a:lnTo>
                <a:lnTo>
                  <a:pt x="1982195" y="4662258"/>
                </a:lnTo>
                <a:lnTo>
                  <a:pt x="1975938" y="4661085"/>
                </a:lnTo>
                <a:lnTo>
                  <a:pt x="1969289" y="4659520"/>
                </a:lnTo>
                <a:lnTo>
                  <a:pt x="1963032" y="4657565"/>
                </a:lnTo>
                <a:lnTo>
                  <a:pt x="1956774" y="4654827"/>
                </a:lnTo>
                <a:lnTo>
                  <a:pt x="1950125" y="4652089"/>
                </a:lnTo>
                <a:lnTo>
                  <a:pt x="1943868" y="4648570"/>
                </a:lnTo>
                <a:lnTo>
                  <a:pt x="1937610" y="4644659"/>
                </a:lnTo>
                <a:lnTo>
                  <a:pt x="1941130" y="4631752"/>
                </a:lnTo>
                <a:lnTo>
                  <a:pt x="1939566" y="4630579"/>
                </a:lnTo>
                <a:lnTo>
                  <a:pt x="1938001" y="4638010"/>
                </a:lnTo>
                <a:lnTo>
                  <a:pt x="1937610" y="4644659"/>
                </a:lnTo>
                <a:lnTo>
                  <a:pt x="1934091" y="4641139"/>
                </a:lnTo>
                <a:lnTo>
                  <a:pt x="1930179" y="4638010"/>
                </a:lnTo>
                <a:lnTo>
                  <a:pt x="1926269" y="4635272"/>
                </a:lnTo>
                <a:lnTo>
                  <a:pt x="1922357" y="4632926"/>
                </a:lnTo>
                <a:lnTo>
                  <a:pt x="1918446" y="4630970"/>
                </a:lnTo>
                <a:lnTo>
                  <a:pt x="1914536" y="4629797"/>
                </a:lnTo>
                <a:lnTo>
                  <a:pt x="1910234" y="4629015"/>
                </a:lnTo>
                <a:lnTo>
                  <a:pt x="1906322" y="4628624"/>
                </a:lnTo>
                <a:lnTo>
                  <a:pt x="1902411" y="4627842"/>
                </a:lnTo>
                <a:lnTo>
                  <a:pt x="1898501" y="4627842"/>
                </a:lnTo>
                <a:lnTo>
                  <a:pt x="1889897" y="4628624"/>
                </a:lnTo>
                <a:lnTo>
                  <a:pt x="1881293" y="4629797"/>
                </a:lnTo>
                <a:lnTo>
                  <a:pt x="1873079" y="4630970"/>
                </a:lnTo>
                <a:lnTo>
                  <a:pt x="1864475" y="4632535"/>
                </a:lnTo>
                <a:lnTo>
                  <a:pt x="1855871" y="4633317"/>
                </a:lnTo>
                <a:lnTo>
                  <a:pt x="1847658" y="4633708"/>
                </a:lnTo>
                <a:lnTo>
                  <a:pt x="1843356" y="4633317"/>
                </a:lnTo>
                <a:lnTo>
                  <a:pt x="1839445" y="4632926"/>
                </a:lnTo>
                <a:lnTo>
                  <a:pt x="1835534" y="4632535"/>
                </a:lnTo>
                <a:lnTo>
                  <a:pt x="1831623" y="4630970"/>
                </a:lnTo>
                <a:lnTo>
                  <a:pt x="1827321" y="4629406"/>
                </a:lnTo>
                <a:lnTo>
                  <a:pt x="1823410" y="4627450"/>
                </a:lnTo>
                <a:lnTo>
                  <a:pt x="1819890" y="4624713"/>
                </a:lnTo>
                <a:lnTo>
                  <a:pt x="1815979" y="4622366"/>
                </a:lnTo>
                <a:lnTo>
                  <a:pt x="1812459" y="4618455"/>
                </a:lnTo>
                <a:lnTo>
                  <a:pt x="1808548" y="4614153"/>
                </a:lnTo>
                <a:lnTo>
                  <a:pt x="1802682" y="4606331"/>
                </a:lnTo>
                <a:lnTo>
                  <a:pt x="1796424" y="4597727"/>
                </a:lnTo>
                <a:lnTo>
                  <a:pt x="1790949" y="4588732"/>
                </a:lnTo>
                <a:lnTo>
                  <a:pt x="1786256" y="4579737"/>
                </a:lnTo>
                <a:lnTo>
                  <a:pt x="1781954" y="4570350"/>
                </a:lnTo>
                <a:lnTo>
                  <a:pt x="1778043" y="4560964"/>
                </a:lnTo>
                <a:lnTo>
                  <a:pt x="1774523" y="4551578"/>
                </a:lnTo>
                <a:lnTo>
                  <a:pt x="1771394" y="4541800"/>
                </a:lnTo>
                <a:lnTo>
                  <a:pt x="1768657" y="4532023"/>
                </a:lnTo>
                <a:lnTo>
                  <a:pt x="1766310" y="4522246"/>
                </a:lnTo>
                <a:lnTo>
                  <a:pt x="1763963" y="4512077"/>
                </a:lnTo>
                <a:lnTo>
                  <a:pt x="1762399" y="4502300"/>
                </a:lnTo>
                <a:lnTo>
                  <a:pt x="1759270" y="4481180"/>
                </a:lnTo>
                <a:lnTo>
                  <a:pt x="1757315" y="4460452"/>
                </a:lnTo>
                <a:lnTo>
                  <a:pt x="1755750" y="4439333"/>
                </a:lnTo>
                <a:lnTo>
                  <a:pt x="1754186" y="4417823"/>
                </a:lnTo>
                <a:lnTo>
                  <a:pt x="1752230" y="4375193"/>
                </a:lnTo>
                <a:lnTo>
                  <a:pt x="1750275" y="4354074"/>
                </a:lnTo>
                <a:lnTo>
                  <a:pt x="1747928" y="4333346"/>
                </a:lnTo>
                <a:lnTo>
                  <a:pt x="1744800" y="4312618"/>
                </a:lnTo>
                <a:lnTo>
                  <a:pt x="1743236" y="4302449"/>
                </a:lnTo>
                <a:lnTo>
                  <a:pt x="1740889" y="4292672"/>
                </a:lnTo>
                <a:lnTo>
                  <a:pt x="1737369" y="4275855"/>
                </a:lnTo>
                <a:lnTo>
                  <a:pt x="1734240" y="4259038"/>
                </a:lnTo>
                <a:lnTo>
                  <a:pt x="1731503" y="4241830"/>
                </a:lnTo>
                <a:lnTo>
                  <a:pt x="1728765" y="4225012"/>
                </a:lnTo>
                <a:lnTo>
                  <a:pt x="1727201" y="4207413"/>
                </a:lnTo>
                <a:lnTo>
                  <a:pt x="1725636" y="4189814"/>
                </a:lnTo>
                <a:lnTo>
                  <a:pt x="1723289" y="4154615"/>
                </a:lnTo>
                <a:lnTo>
                  <a:pt x="1721334" y="4119025"/>
                </a:lnTo>
                <a:lnTo>
                  <a:pt x="1719379" y="4083436"/>
                </a:lnTo>
                <a:lnTo>
                  <a:pt x="1717814" y="4047846"/>
                </a:lnTo>
                <a:lnTo>
                  <a:pt x="1715468" y="4012647"/>
                </a:lnTo>
                <a:lnTo>
                  <a:pt x="1715077" y="3938730"/>
                </a:lnTo>
                <a:lnTo>
                  <a:pt x="1715077" y="3864422"/>
                </a:lnTo>
                <a:lnTo>
                  <a:pt x="1708819" y="3857773"/>
                </a:lnTo>
                <a:lnTo>
                  <a:pt x="1704126" y="3850733"/>
                </a:lnTo>
                <a:lnTo>
                  <a:pt x="1699824" y="3843694"/>
                </a:lnTo>
                <a:lnTo>
                  <a:pt x="1696695" y="3835872"/>
                </a:lnTo>
                <a:lnTo>
                  <a:pt x="1694740" y="3828441"/>
                </a:lnTo>
                <a:lnTo>
                  <a:pt x="1693175" y="3821010"/>
                </a:lnTo>
                <a:lnTo>
                  <a:pt x="1692393" y="3812797"/>
                </a:lnTo>
                <a:lnTo>
                  <a:pt x="1692002" y="3804193"/>
                </a:lnTo>
                <a:lnTo>
                  <a:pt x="1692002" y="3796371"/>
                </a:lnTo>
                <a:lnTo>
                  <a:pt x="1692393" y="3787767"/>
                </a:lnTo>
                <a:lnTo>
                  <a:pt x="1693566" y="3770950"/>
                </a:lnTo>
                <a:lnTo>
                  <a:pt x="1695130" y="3754132"/>
                </a:lnTo>
                <a:lnTo>
                  <a:pt x="1696304" y="3737315"/>
                </a:lnTo>
                <a:lnTo>
                  <a:pt x="1679878" y="3637195"/>
                </a:lnTo>
                <a:lnTo>
                  <a:pt x="1676358" y="3626244"/>
                </a:lnTo>
                <a:lnTo>
                  <a:pt x="1672838" y="3616075"/>
                </a:lnTo>
                <a:lnTo>
                  <a:pt x="1669709" y="3605516"/>
                </a:lnTo>
                <a:lnTo>
                  <a:pt x="1666972" y="3595347"/>
                </a:lnTo>
                <a:lnTo>
                  <a:pt x="1664625" y="3584397"/>
                </a:lnTo>
                <a:lnTo>
                  <a:pt x="1663061" y="3573837"/>
                </a:lnTo>
                <a:lnTo>
                  <a:pt x="1661105" y="3563669"/>
                </a:lnTo>
                <a:lnTo>
                  <a:pt x="1659932" y="3552718"/>
                </a:lnTo>
                <a:lnTo>
                  <a:pt x="1657977" y="3530817"/>
                </a:lnTo>
                <a:lnTo>
                  <a:pt x="1657194" y="3509697"/>
                </a:lnTo>
                <a:lnTo>
                  <a:pt x="1656803" y="3488187"/>
                </a:lnTo>
                <a:lnTo>
                  <a:pt x="1656803" y="3466286"/>
                </a:lnTo>
                <a:lnTo>
                  <a:pt x="1657977" y="3422483"/>
                </a:lnTo>
                <a:lnTo>
                  <a:pt x="1658758" y="3379071"/>
                </a:lnTo>
                <a:lnTo>
                  <a:pt x="1659150" y="3357561"/>
                </a:lnTo>
                <a:lnTo>
                  <a:pt x="1658758" y="3335659"/>
                </a:lnTo>
                <a:lnTo>
                  <a:pt x="1657585" y="3314149"/>
                </a:lnTo>
                <a:lnTo>
                  <a:pt x="1655630" y="3293030"/>
                </a:lnTo>
                <a:lnTo>
                  <a:pt x="1666189" y="3284426"/>
                </a:lnTo>
                <a:lnTo>
                  <a:pt x="1665407" y="3281688"/>
                </a:lnTo>
                <a:lnTo>
                  <a:pt x="1655630" y="3293030"/>
                </a:lnTo>
                <a:lnTo>
                  <a:pt x="1653674" y="3289119"/>
                </a:lnTo>
                <a:lnTo>
                  <a:pt x="1651719" y="3285208"/>
                </a:lnTo>
                <a:lnTo>
                  <a:pt x="1648981" y="3277777"/>
                </a:lnTo>
                <a:lnTo>
                  <a:pt x="1647026" y="3269564"/>
                </a:lnTo>
                <a:lnTo>
                  <a:pt x="1645461" y="3261743"/>
                </a:lnTo>
                <a:lnTo>
                  <a:pt x="1644679" y="3253138"/>
                </a:lnTo>
                <a:lnTo>
                  <a:pt x="1644288" y="3244534"/>
                </a:lnTo>
                <a:lnTo>
                  <a:pt x="1643115" y="3227326"/>
                </a:lnTo>
                <a:lnTo>
                  <a:pt x="1642332" y="3209727"/>
                </a:lnTo>
                <a:lnTo>
                  <a:pt x="1641550" y="3201514"/>
                </a:lnTo>
                <a:lnTo>
                  <a:pt x="1639986" y="3193301"/>
                </a:lnTo>
                <a:lnTo>
                  <a:pt x="1638421" y="3185479"/>
                </a:lnTo>
                <a:lnTo>
                  <a:pt x="1635293" y="3177657"/>
                </a:lnTo>
                <a:lnTo>
                  <a:pt x="1633337" y="3173746"/>
                </a:lnTo>
                <a:lnTo>
                  <a:pt x="1631773" y="3170226"/>
                </a:lnTo>
                <a:lnTo>
                  <a:pt x="1629426" y="3166706"/>
                </a:lnTo>
                <a:lnTo>
                  <a:pt x="1626689" y="3163577"/>
                </a:lnTo>
                <a:lnTo>
                  <a:pt x="1604005" y="3386893"/>
                </a:lnTo>
                <a:lnTo>
                  <a:pt x="1604787" y="3409186"/>
                </a:lnTo>
                <a:lnTo>
                  <a:pt x="1604787" y="3431478"/>
                </a:lnTo>
                <a:lnTo>
                  <a:pt x="1604005" y="3453379"/>
                </a:lnTo>
                <a:lnTo>
                  <a:pt x="1602441" y="3475672"/>
                </a:lnTo>
                <a:lnTo>
                  <a:pt x="1600094" y="3497573"/>
                </a:lnTo>
                <a:lnTo>
                  <a:pt x="1597356" y="3519084"/>
                </a:lnTo>
                <a:lnTo>
                  <a:pt x="1594228" y="3540985"/>
                </a:lnTo>
                <a:lnTo>
                  <a:pt x="1591099" y="3562104"/>
                </a:lnTo>
                <a:lnTo>
                  <a:pt x="1584059" y="3605516"/>
                </a:lnTo>
                <a:lnTo>
                  <a:pt x="1577020" y="3648536"/>
                </a:lnTo>
                <a:lnTo>
                  <a:pt x="1574282" y="3670438"/>
                </a:lnTo>
                <a:lnTo>
                  <a:pt x="1571544" y="3691948"/>
                </a:lnTo>
                <a:lnTo>
                  <a:pt x="1569197" y="3713850"/>
                </a:lnTo>
                <a:lnTo>
                  <a:pt x="1568024" y="3736142"/>
                </a:lnTo>
                <a:lnTo>
                  <a:pt x="1562549" y="3773296"/>
                </a:lnTo>
                <a:lnTo>
                  <a:pt x="1557074" y="3810059"/>
                </a:lnTo>
                <a:lnTo>
                  <a:pt x="1551598" y="3847213"/>
                </a:lnTo>
                <a:lnTo>
                  <a:pt x="1544558" y="3883194"/>
                </a:lnTo>
                <a:lnTo>
                  <a:pt x="1537519" y="3918784"/>
                </a:lnTo>
                <a:lnTo>
                  <a:pt x="1530088" y="3954765"/>
                </a:lnTo>
                <a:lnTo>
                  <a:pt x="1525395" y="3971973"/>
                </a:lnTo>
                <a:lnTo>
                  <a:pt x="1521093" y="3989572"/>
                </a:lnTo>
                <a:lnTo>
                  <a:pt x="1516009" y="4006390"/>
                </a:lnTo>
                <a:lnTo>
                  <a:pt x="1511315" y="4023207"/>
                </a:lnTo>
                <a:lnTo>
                  <a:pt x="1505840" y="4040415"/>
                </a:lnTo>
                <a:lnTo>
                  <a:pt x="1499973" y="4056841"/>
                </a:lnTo>
                <a:lnTo>
                  <a:pt x="1494498" y="4073267"/>
                </a:lnTo>
                <a:lnTo>
                  <a:pt x="1488241" y="4089693"/>
                </a:lnTo>
                <a:lnTo>
                  <a:pt x="1481592" y="4105728"/>
                </a:lnTo>
                <a:lnTo>
                  <a:pt x="1474161" y="4121372"/>
                </a:lnTo>
                <a:lnTo>
                  <a:pt x="1467122" y="4137016"/>
                </a:lnTo>
                <a:lnTo>
                  <a:pt x="1459299" y="4152660"/>
                </a:lnTo>
                <a:lnTo>
                  <a:pt x="1451087" y="4167912"/>
                </a:lnTo>
                <a:lnTo>
                  <a:pt x="1442482" y="4182383"/>
                </a:lnTo>
                <a:lnTo>
                  <a:pt x="1433878" y="4197245"/>
                </a:lnTo>
                <a:lnTo>
                  <a:pt x="1424492" y="4212106"/>
                </a:lnTo>
                <a:lnTo>
                  <a:pt x="1414715" y="4225795"/>
                </a:lnTo>
                <a:lnTo>
                  <a:pt x="1404155" y="4239483"/>
                </a:lnTo>
                <a:lnTo>
                  <a:pt x="1393595" y="4253562"/>
                </a:lnTo>
                <a:lnTo>
                  <a:pt x="1381863" y="4266860"/>
                </a:lnTo>
                <a:lnTo>
                  <a:pt x="1371303" y="4278201"/>
                </a:lnTo>
                <a:lnTo>
                  <a:pt x="1360743" y="4289152"/>
                </a:lnTo>
                <a:lnTo>
                  <a:pt x="1349793" y="4298930"/>
                </a:lnTo>
                <a:lnTo>
                  <a:pt x="1338842" y="4307925"/>
                </a:lnTo>
                <a:lnTo>
                  <a:pt x="1327500" y="4315356"/>
                </a:lnTo>
                <a:lnTo>
                  <a:pt x="1316549" y="4322004"/>
                </a:lnTo>
                <a:lnTo>
                  <a:pt x="1305208" y="4327871"/>
                </a:lnTo>
                <a:lnTo>
                  <a:pt x="1293866" y="4332955"/>
                </a:lnTo>
                <a:lnTo>
                  <a:pt x="1282133" y="4336475"/>
                </a:lnTo>
                <a:lnTo>
                  <a:pt x="1270400" y="4339604"/>
                </a:lnTo>
                <a:lnTo>
                  <a:pt x="1258276" y="4340777"/>
                </a:lnTo>
                <a:lnTo>
                  <a:pt x="1246543" y="4341559"/>
                </a:lnTo>
                <a:lnTo>
                  <a:pt x="1234028" y="4341168"/>
                </a:lnTo>
                <a:lnTo>
                  <a:pt x="1221513" y="4339995"/>
                </a:lnTo>
                <a:lnTo>
                  <a:pt x="1208607" y="4337648"/>
                </a:lnTo>
                <a:lnTo>
                  <a:pt x="1195309" y="4334128"/>
                </a:lnTo>
                <a:lnTo>
                  <a:pt x="1182012" y="4333346"/>
                </a:lnTo>
                <a:lnTo>
                  <a:pt x="1169888" y="4332955"/>
                </a:lnTo>
                <a:lnTo>
                  <a:pt x="1156591" y="4332955"/>
                </a:lnTo>
                <a:lnTo>
                  <a:pt x="1143685" y="4332955"/>
                </a:lnTo>
                <a:lnTo>
                  <a:pt x="1117873" y="4333737"/>
                </a:lnTo>
                <a:lnTo>
                  <a:pt x="1092451" y="4334519"/>
                </a:lnTo>
                <a:lnTo>
                  <a:pt x="1079545" y="4334519"/>
                </a:lnTo>
                <a:lnTo>
                  <a:pt x="1066639" y="4334128"/>
                </a:lnTo>
                <a:lnTo>
                  <a:pt x="1053733" y="4333346"/>
                </a:lnTo>
                <a:lnTo>
                  <a:pt x="1041218" y="4331782"/>
                </a:lnTo>
                <a:lnTo>
                  <a:pt x="1028311" y="4329826"/>
                </a:lnTo>
                <a:lnTo>
                  <a:pt x="1015405" y="4326697"/>
                </a:lnTo>
                <a:lnTo>
                  <a:pt x="1002890" y="4323178"/>
                </a:lnTo>
                <a:lnTo>
                  <a:pt x="990375" y="4318093"/>
                </a:lnTo>
                <a:lnTo>
                  <a:pt x="957523" y="4311836"/>
                </a:lnTo>
                <a:lnTo>
                  <a:pt x="950483" y="4312618"/>
                </a:lnTo>
                <a:lnTo>
                  <a:pt x="943443" y="4313009"/>
                </a:lnTo>
                <a:lnTo>
                  <a:pt x="936795" y="4312618"/>
                </a:lnTo>
                <a:lnTo>
                  <a:pt x="930537" y="4311836"/>
                </a:lnTo>
                <a:lnTo>
                  <a:pt x="924280" y="4309880"/>
                </a:lnTo>
                <a:lnTo>
                  <a:pt x="918805" y="4307925"/>
                </a:lnTo>
                <a:lnTo>
                  <a:pt x="912938" y="4304796"/>
                </a:lnTo>
                <a:lnTo>
                  <a:pt x="907854" y="4301276"/>
                </a:lnTo>
                <a:lnTo>
                  <a:pt x="903161" y="4296583"/>
                </a:lnTo>
                <a:lnTo>
                  <a:pt x="898468" y="4291890"/>
                </a:lnTo>
                <a:lnTo>
                  <a:pt x="894165" y="4286023"/>
                </a:lnTo>
                <a:lnTo>
                  <a:pt x="890645" y="4279766"/>
                </a:lnTo>
                <a:lnTo>
                  <a:pt x="887126" y="4273117"/>
                </a:lnTo>
                <a:lnTo>
                  <a:pt x="884388" y="4266077"/>
                </a:lnTo>
                <a:lnTo>
                  <a:pt x="881650" y="4257864"/>
                </a:lnTo>
                <a:lnTo>
                  <a:pt x="879695" y="4249260"/>
                </a:lnTo>
                <a:lnTo>
                  <a:pt x="876175" y="4234399"/>
                </a:lnTo>
                <a:lnTo>
                  <a:pt x="872655" y="4219537"/>
                </a:lnTo>
                <a:lnTo>
                  <a:pt x="864833" y="4190205"/>
                </a:lnTo>
                <a:lnTo>
                  <a:pt x="856229" y="4160481"/>
                </a:lnTo>
                <a:lnTo>
                  <a:pt x="847625" y="4131540"/>
                </a:lnTo>
                <a:lnTo>
                  <a:pt x="843714" y="4116679"/>
                </a:lnTo>
                <a:lnTo>
                  <a:pt x="840194" y="4101817"/>
                </a:lnTo>
                <a:lnTo>
                  <a:pt x="837065" y="4086564"/>
                </a:lnTo>
                <a:lnTo>
                  <a:pt x="833937" y="4071312"/>
                </a:lnTo>
                <a:lnTo>
                  <a:pt x="831590" y="4056450"/>
                </a:lnTo>
                <a:lnTo>
                  <a:pt x="830417" y="4040806"/>
                </a:lnTo>
                <a:lnTo>
                  <a:pt x="828852" y="4024771"/>
                </a:lnTo>
                <a:lnTo>
                  <a:pt x="828852" y="4008736"/>
                </a:lnTo>
                <a:lnTo>
                  <a:pt x="822204" y="3993092"/>
                </a:lnTo>
                <a:lnTo>
                  <a:pt x="816337" y="3977057"/>
                </a:lnTo>
                <a:lnTo>
                  <a:pt x="810862" y="3960240"/>
                </a:lnTo>
                <a:lnTo>
                  <a:pt x="805386" y="3944205"/>
                </a:lnTo>
                <a:lnTo>
                  <a:pt x="800302" y="3927779"/>
                </a:lnTo>
                <a:lnTo>
                  <a:pt x="796391" y="3910962"/>
                </a:lnTo>
                <a:lnTo>
                  <a:pt x="792480" y="3894536"/>
                </a:lnTo>
                <a:lnTo>
                  <a:pt x="788960" y="3876937"/>
                </a:lnTo>
                <a:lnTo>
                  <a:pt x="785441" y="3860120"/>
                </a:lnTo>
                <a:lnTo>
                  <a:pt x="782703" y="3842520"/>
                </a:lnTo>
                <a:lnTo>
                  <a:pt x="779965" y="3825703"/>
                </a:lnTo>
                <a:lnTo>
                  <a:pt x="777619" y="3808104"/>
                </a:lnTo>
                <a:lnTo>
                  <a:pt x="776054" y="3790504"/>
                </a:lnTo>
                <a:lnTo>
                  <a:pt x="774099" y="3772514"/>
                </a:lnTo>
                <a:lnTo>
                  <a:pt x="771361" y="3736924"/>
                </a:lnTo>
                <a:lnTo>
                  <a:pt x="769797" y="3732231"/>
                </a:lnTo>
                <a:lnTo>
                  <a:pt x="768232" y="3726756"/>
                </a:lnTo>
                <a:lnTo>
                  <a:pt x="767450" y="3720498"/>
                </a:lnTo>
                <a:lnTo>
                  <a:pt x="767059" y="3714241"/>
                </a:lnTo>
                <a:lnTo>
                  <a:pt x="767059" y="3701334"/>
                </a:lnTo>
                <a:lnTo>
                  <a:pt x="766668" y="3694686"/>
                </a:lnTo>
                <a:lnTo>
                  <a:pt x="766668" y="3688428"/>
                </a:lnTo>
                <a:lnTo>
                  <a:pt x="765495" y="3682171"/>
                </a:lnTo>
                <a:lnTo>
                  <a:pt x="764321" y="3676695"/>
                </a:lnTo>
                <a:lnTo>
                  <a:pt x="761975" y="3672002"/>
                </a:lnTo>
                <a:lnTo>
                  <a:pt x="760802" y="3670047"/>
                </a:lnTo>
                <a:lnTo>
                  <a:pt x="758846" y="3668482"/>
                </a:lnTo>
                <a:lnTo>
                  <a:pt x="757282" y="3666527"/>
                </a:lnTo>
                <a:lnTo>
                  <a:pt x="754935" y="3665354"/>
                </a:lnTo>
                <a:lnTo>
                  <a:pt x="752588" y="3663789"/>
                </a:lnTo>
                <a:lnTo>
                  <a:pt x="750242" y="3663007"/>
                </a:lnTo>
                <a:lnTo>
                  <a:pt x="747113" y="3662616"/>
                </a:lnTo>
                <a:lnTo>
                  <a:pt x="743202" y="3662225"/>
                </a:lnTo>
                <a:lnTo>
                  <a:pt x="739291" y="3662616"/>
                </a:lnTo>
                <a:lnTo>
                  <a:pt x="735380" y="3663007"/>
                </a:lnTo>
                <a:lnTo>
                  <a:pt x="731469" y="3681389"/>
                </a:lnTo>
                <a:lnTo>
                  <a:pt x="727167" y="3699379"/>
                </a:lnTo>
                <a:lnTo>
                  <a:pt x="722865" y="3717369"/>
                </a:lnTo>
                <a:lnTo>
                  <a:pt x="720128" y="3725974"/>
                </a:lnTo>
                <a:lnTo>
                  <a:pt x="716999" y="3733795"/>
                </a:lnTo>
                <a:lnTo>
                  <a:pt x="713870" y="3742008"/>
                </a:lnTo>
                <a:lnTo>
                  <a:pt x="709959" y="3749830"/>
                </a:lnTo>
                <a:lnTo>
                  <a:pt x="706048" y="3757261"/>
                </a:lnTo>
                <a:lnTo>
                  <a:pt x="700964" y="3763910"/>
                </a:lnTo>
                <a:lnTo>
                  <a:pt x="696271" y="3770167"/>
                </a:lnTo>
                <a:lnTo>
                  <a:pt x="690404" y="3775643"/>
                </a:lnTo>
                <a:lnTo>
                  <a:pt x="683756" y="3781118"/>
                </a:lnTo>
                <a:lnTo>
                  <a:pt x="676325" y="3786202"/>
                </a:lnTo>
                <a:lnTo>
                  <a:pt x="678280" y="3796762"/>
                </a:lnTo>
                <a:lnTo>
                  <a:pt x="680627" y="3808104"/>
                </a:lnTo>
                <a:lnTo>
                  <a:pt x="681800" y="3819446"/>
                </a:lnTo>
                <a:lnTo>
                  <a:pt x="682191" y="3825312"/>
                </a:lnTo>
                <a:lnTo>
                  <a:pt x="682191" y="3830787"/>
                </a:lnTo>
                <a:lnTo>
                  <a:pt x="682191" y="3835872"/>
                </a:lnTo>
                <a:lnTo>
                  <a:pt x="681409" y="3841347"/>
                </a:lnTo>
                <a:lnTo>
                  <a:pt x="680627" y="3845649"/>
                </a:lnTo>
                <a:lnTo>
                  <a:pt x="679062" y="3850342"/>
                </a:lnTo>
                <a:lnTo>
                  <a:pt x="677498" y="3853862"/>
                </a:lnTo>
                <a:lnTo>
                  <a:pt x="674760" y="3857382"/>
                </a:lnTo>
                <a:lnTo>
                  <a:pt x="671632" y="3860120"/>
                </a:lnTo>
                <a:lnTo>
                  <a:pt x="667721" y="3862466"/>
                </a:lnTo>
                <a:lnTo>
                  <a:pt x="659117" y="3866377"/>
                </a:lnTo>
                <a:lnTo>
                  <a:pt x="650903" y="3871070"/>
                </a:lnTo>
                <a:lnTo>
                  <a:pt x="643082" y="3876155"/>
                </a:lnTo>
                <a:lnTo>
                  <a:pt x="635651" y="3882021"/>
                </a:lnTo>
                <a:lnTo>
                  <a:pt x="628220" y="3888278"/>
                </a:lnTo>
                <a:lnTo>
                  <a:pt x="621180" y="3894536"/>
                </a:lnTo>
                <a:lnTo>
                  <a:pt x="614140" y="3901185"/>
                </a:lnTo>
                <a:lnTo>
                  <a:pt x="607492" y="3908224"/>
                </a:lnTo>
                <a:lnTo>
                  <a:pt x="593803" y="3922695"/>
                </a:lnTo>
                <a:lnTo>
                  <a:pt x="580897" y="3937166"/>
                </a:lnTo>
                <a:lnTo>
                  <a:pt x="567600" y="3951636"/>
                </a:lnTo>
                <a:lnTo>
                  <a:pt x="560951" y="3958676"/>
                </a:lnTo>
                <a:lnTo>
                  <a:pt x="553912" y="3965324"/>
                </a:lnTo>
                <a:lnTo>
                  <a:pt x="515584" y="3969627"/>
                </a:lnTo>
                <a:lnTo>
                  <a:pt x="476866" y="3974320"/>
                </a:lnTo>
                <a:lnTo>
                  <a:pt x="457702" y="3976666"/>
                </a:lnTo>
                <a:lnTo>
                  <a:pt x="437756" y="3977840"/>
                </a:lnTo>
                <a:lnTo>
                  <a:pt x="418592" y="3979013"/>
                </a:lnTo>
                <a:lnTo>
                  <a:pt x="399428" y="3980186"/>
                </a:lnTo>
                <a:lnTo>
                  <a:pt x="379874" y="3980968"/>
                </a:lnTo>
                <a:lnTo>
                  <a:pt x="360710" y="3980968"/>
                </a:lnTo>
                <a:lnTo>
                  <a:pt x="341546" y="3980186"/>
                </a:lnTo>
                <a:lnTo>
                  <a:pt x="321992" y="3978622"/>
                </a:lnTo>
                <a:lnTo>
                  <a:pt x="302828" y="3977057"/>
                </a:lnTo>
                <a:lnTo>
                  <a:pt x="283664" y="3974320"/>
                </a:lnTo>
                <a:lnTo>
                  <a:pt x="264109" y="3970800"/>
                </a:lnTo>
                <a:lnTo>
                  <a:pt x="244946" y="3966107"/>
                </a:lnTo>
                <a:lnTo>
                  <a:pt x="238297" y="3964151"/>
                </a:lnTo>
                <a:lnTo>
                  <a:pt x="232822" y="3961413"/>
                </a:lnTo>
                <a:lnTo>
                  <a:pt x="227737" y="3957894"/>
                </a:lnTo>
                <a:lnTo>
                  <a:pt x="223435" y="3953592"/>
                </a:lnTo>
                <a:lnTo>
                  <a:pt x="219915" y="3949290"/>
                </a:lnTo>
                <a:lnTo>
                  <a:pt x="216787" y="3944205"/>
                </a:lnTo>
                <a:lnTo>
                  <a:pt x="214049" y="3939121"/>
                </a:lnTo>
                <a:lnTo>
                  <a:pt x="211702" y="3933255"/>
                </a:lnTo>
                <a:lnTo>
                  <a:pt x="210138" y="3926997"/>
                </a:lnTo>
                <a:lnTo>
                  <a:pt x="208574" y="3920739"/>
                </a:lnTo>
                <a:lnTo>
                  <a:pt x="205836" y="3907833"/>
                </a:lnTo>
                <a:lnTo>
                  <a:pt x="202316" y="3881239"/>
                </a:lnTo>
                <a:lnTo>
                  <a:pt x="196059" y="3832352"/>
                </a:lnTo>
                <a:lnTo>
                  <a:pt x="189801" y="3784247"/>
                </a:lnTo>
                <a:lnTo>
                  <a:pt x="178850" y="3687646"/>
                </a:lnTo>
                <a:lnTo>
                  <a:pt x="142087" y="3236712"/>
                </a:lnTo>
                <a:lnTo>
                  <a:pt x="138958" y="3228108"/>
                </a:lnTo>
                <a:lnTo>
                  <a:pt x="137003" y="3220286"/>
                </a:lnTo>
                <a:lnTo>
                  <a:pt x="135047" y="3211682"/>
                </a:lnTo>
                <a:lnTo>
                  <a:pt x="133874" y="3203860"/>
                </a:lnTo>
                <a:lnTo>
                  <a:pt x="128399" y="3182350"/>
                </a:lnTo>
                <a:lnTo>
                  <a:pt x="122924" y="3160840"/>
                </a:lnTo>
                <a:lnTo>
                  <a:pt x="118230" y="3139329"/>
                </a:lnTo>
                <a:lnTo>
                  <a:pt x="114319" y="3118210"/>
                </a:lnTo>
                <a:lnTo>
                  <a:pt x="110017" y="3096309"/>
                </a:lnTo>
                <a:lnTo>
                  <a:pt x="106889" y="3074799"/>
                </a:lnTo>
                <a:lnTo>
                  <a:pt x="103760" y="3052897"/>
                </a:lnTo>
                <a:lnTo>
                  <a:pt x="101804" y="3030996"/>
                </a:lnTo>
                <a:lnTo>
                  <a:pt x="99849" y="3009094"/>
                </a:lnTo>
                <a:lnTo>
                  <a:pt x="98675" y="2987193"/>
                </a:lnTo>
                <a:lnTo>
                  <a:pt x="97502" y="2965683"/>
                </a:lnTo>
                <a:lnTo>
                  <a:pt x="97111" y="2943390"/>
                </a:lnTo>
                <a:lnTo>
                  <a:pt x="97111" y="2921489"/>
                </a:lnTo>
                <a:lnTo>
                  <a:pt x="97502" y="2899196"/>
                </a:lnTo>
                <a:lnTo>
                  <a:pt x="98675" y="2876904"/>
                </a:lnTo>
                <a:lnTo>
                  <a:pt x="99849" y="2854611"/>
                </a:lnTo>
                <a:lnTo>
                  <a:pt x="99067" y="2846007"/>
                </a:lnTo>
                <a:lnTo>
                  <a:pt x="98675" y="2838185"/>
                </a:lnTo>
                <a:lnTo>
                  <a:pt x="98675" y="2829581"/>
                </a:lnTo>
                <a:lnTo>
                  <a:pt x="99067" y="2820977"/>
                </a:lnTo>
                <a:lnTo>
                  <a:pt x="99849" y="2812764"/>
                </a:lnTo>
                <a:lnTo>
                  <a:pt x="101413" y="2803769"/>
                </a:lnTo>
                <a:lnTo>
                  <a:pt x="103369" y="2794774"/>
                </a:lnTo>
                <a:lnTo>
                  <a:pt x="106106" y="2786169"/>
                </a:lnTo>
                <a:lnTo>
                  <a:pt x="103369" y="2761922"/>
                </a:lnTo>
                <a:lnTo>
                  <a:pt x="99849" y="2756055"/>
                </a:lnTo>
                <a:lnTo>
                  <a:pt x="96720" y="2750189"/>
                </a:lnTo>
                <a:lnTo>
                  <a:pt x="93982" y="2744322"/>
                </a:lnTo>
                <a:lnTo>
                  <a:pt x="92027" y="2738456"/>
                </a:lnTo>
                <a:lnTo>
                  <a:pt x="89680" y="2732589"/>
                </a:lnTo>
                <a:lnTo>
                  <a:pt x="87725" y="2726332"/>
                </a:lnTo>
                <a:lnTo>
                  <a:pt x="84987" y="2714208"/>
                </a:lnTo>
                <a:lnTo>
                  <a:pt x="83423" y="2701693"/>
                </a:lnTo>
                <a:lnTo>
                  <a:pt x="82640" y="2688787"/>
                </a:lnTo>
                <a:lnTo>
                  <a:pt x="81858" y="2675489"/>
                </a:lnTo>
                <a:lnTo>
                  <a:pt x="81467" y="2662583"/>
                </a:lnTo>
                <a:lnTo>
                  <a:pt x="82640" y="2636380"/>
                </a:lnTo>
                <a:lnTo>
                  <a:pt x="83032" y="2610176"/>
                </a:lnTo>
                <a:lnTo>
                  <a:pt x="83032" y="2596879"/>
                </a:lnTo>
                <a:lnTo>
                  <a:pt x="81858" y="2583191"/>
                </a:lnTo>
                <a:lnTo>
                  <a:pt x="80685" y="2570284"/>
                </a:lnTo>
                <a:lnTo>
                  <a:pt x="78338" y="2557378"/>
                </a:lnTo>
                <a:lnTo>
                  <a:pt x="76774" y="2562854"/>
                </a:lnTo>
                <a:lnTo>
                  <a:pt x="75210" y="2568720"/>
                </a:lnTo>
                <a:lnTo>
                  <a:pt x="72863" y="2579671"/>
                </a:lnTo>
                <a:lnTo>
                  <a:pt x="71299" y="2591404"/>
                </a:lnTo>
                <a:lnTo>
                  <a:pt x="70517" y="2603136"/>
                </a:lnTo>
                <a:lnTo>
                  <a:pt x="70517" y="2614478"/>
                </a:lnTo>
                <a:lnTo>
                  <a:pt x="70517" y="2626602"/>
                </a:lnTo>
                <a:lnTo>
                  <a:pt x="70908" y="2649677"/>
                </a:lnTo>
                <a:lnTo>
                  <a:pt x="70908" y="2661410"/>
                </a:lnTo>
                <a:lnTo>
                  <a:pt x="70908" y="2673143"/>
                </a:lnTo>
                <a:lnTo>
                  <a:pt x="70126" y="2684093"/>
                </a:lnTo>
                <a:lnTo>
                  <a:pt x="68561" y="2695435"/>
                </a:lnTo>
                <a:lnTo>
                  <a:pt x="66606" y="2706386"/>
                </a:lnTo>
                <a:lnTo>
                  <a:pt x="65041" y="2711861"/>
                </a:lnTo>
                <a:lnTo>
                  <a:pt x="63477" y="2716945"/>
                </a:lnTo>
                <a:lnTo>
                  <a:pt x="61130" y="2722030"/>
                </a:lnTo>
                <a:lnTo>
                  <a:pt x="58784" y="2727505"/>
                </a:lnTo>
                <a:lnTo>
                  <a:pt x="56046" y="2732198"/>
                </a:lnTo>
                <a:lnTo>
                  <a:pt x="52917" y="2737282"/>
                </a:lnTo>
                <a:lnTo>
                  <a:pt x="50962" y="2786169"/>
                </a:lnTo>
                <a:lnTo>
                  <a:pt x="48224" y="2835057"/>
                </a:lnTo>
                <a:lnTo>
                  <a:pt x="45095" y="2883944"/>
                </a:lnTo>
                <a:lnTo>
                  <a:pt x="41575" y="2932439"/>
                </a:lnTo>
                <a:lnTo>
                  <a:pt x="38056" y="2981718"/>
                </a:lnTo>
                <a:lnTo>
                  <a:pt x="34145" y="3030214"/>
                </a:lnTo>
                <a:lnTo>
                  <a:pt x="25932" y="3127597"/>
                </a:lnTo>
                <a:lnTo>
                  <a:pt x="16545" y="3224197"/>
                </a:lnTo>
                <a:lnTo>
                  <a:pt x="6377" y="3320798"/>
                </a:lnTo>
                <a:lnTo>
                  <a:pt x="0" y="3375329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Picture 9" descr=""/>
          <p:cNvPicPr/>
          <p:nvPr/>
        </p:nvPicPr>
        <p:blipFill>
          <a:blip r:embed="rId3"/>
          <a:stretch/>
        </p:blipFill>
        <p:spPr>
          <a:xfrm>
            <a:off x="195840" y="6177960"/>
            <a:ext cx="582840" cy="542880"/>
          </a:xfrm>
          <a:prstGeom prst="rect">
            <a:avLst/>
          </a:prstGeom>
          <a:ln w="0">
            <a:noFill/>
          </a:ln>
        </p:spPr>
      </p:pic>
      <p:sp>
        <p:nvSpPr>
          <p:cNvPr id="164" name="TextBox 11"/>
          <p:cNvSpPr/>
          <p:nvPr/>
        </p:nvSpPr>
        <p:spPr>
          <a:xfrm>
            <a:off x="5311440" y="1045080"/>
            <a:ext cx="6739200" cy="543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Advancements anticipated in multi-omics integration include: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Standardization: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 Developing universal protocols for data collection, pre-processing, and integration to enhance reproducibility.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Real-Time Data Integration: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 Incorporating real-time data streams, such as wearable device outputs, for dynamic health monitoring.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Personalized Medicine: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 Leveraging integrated omics data to tailor treatments to individual patients' molecular profiles.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Scalable Computational Methods: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 Creating algorithms capable of handling the increasing volume and complexity of omics data.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**Ethical Considerations:</a:t>
            </a: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 Addressing data privacy, consent, and equitable access as multi-omics integration becomes more prevalent in clinical settings.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325F663B-EC6D-40EE-AD33-7A2948979A3D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717240" y="1864080"/>
            <a:ext cx="4629600" cy="187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6000" spc="-1" strike="noStrike" cap="all">
                <a:solidFill>
                  <a:schemeClr val="dk1"/>
                </a:solidFill>
                <a:latin typeface="Calibri"/>
              </a:rPr>
              <a:t>THANK</a:t>
            </a:r>
            <a:br>
              <a:rPr sz="6000"/>
            </a:br>
            <a:r>
              <a:rPr b="1" lang="en-US" sz="6000" spc="-1" strike="noStrike" cap="all">
                <a:solidFill>
                  <a:schemeClr val="dk1"/>
                </a:solidFill>
                <a:latin typeface="Calibri"/>
              </a:rPr>
              <a:t>YOU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6717240" y="3763080"/>
            <a:ext cx="46296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 Light"/>
              </a:rPr>
              <a:t>www.genomachub.com</a:t>
            </a:r>
            <a:endParaRPr b="0" lang="en-US" sz="2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67" name="Text Placeholder 18"/>
          <p:cNvSpPr/>
          <p:nvPr/>
        </p:nvSpPr>
        <p:spPr>
          <a:xfrm>
            <a:off x="7282440" y="4380120"/>
            <a:ext cx="406476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499"/>
              </a:spcAft>
              <a:tabLst>
                <a:tab algn="l" pos="0"/>
              </a:tabLst>
            </a:pPr>
            <a:r>
              <a:rPr b="0" lang="en-US" sz="1800" spc="148" strike="noStrike">
                <a:solidFill>
                  <a:schemeClr val="dk1"/>
                </a:solidFill>
                <a:latin typeface="Calibri Light"/>
              </a:rPr>
              <a:t>genomacinnovationhub@gmail.com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8" name="Graphic 25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870240" y="4357440"/>
            <a:ext cx="289080" cy="264600"/>
          </a:xfrm>
          <a:prstGeom prst="rect">
            <a:avLst/>
          </a:prstGeom>
          <a:ln w="0">
            <a:noFill/>
          </a:ln>
        </p:spPr>
      </p:pic>
      <p:sp>
        <p:nvSpPr>
          <p:cNvPr id="169" name="Picture Placeholder 8"/>
          <p:cNvSpPr/>
          <p:nvPr/>
        </p:nvSpPr>
        <p:spPr>
          <a:xfrm>
            <a:off x="0" y="0"/>
            <a:ext cx="5913000" cy="6857640"/>
          </a:xfrm>
          <a:custGeom>
            <a:avLst/>
            <a:gdLst>
              <a:gd name="textAreaLeft" fmla="*/ 0 w 5913000"/>
              <a:gd name="textAreaRight" fmla="*/ 5913360 w 591300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5913439" h="6857999">
                <a:moveTo>
                  <a:pt x="0" y="0"/>
                </a:moveTo>
                <a:lnTo>
                  <a:pt x="5786218" y="0"/>
                </a:lnTo>
                <a:lnTo>
                  <a:pt x="5788155" y="805"/>
                </a:lnTo>
                <a:lnTo>
                  <a:pt x="5805219" y="8439"/>
                </a:lnTo>
                <a:lnTo>
                  <a:pt x="5822732" y="14726"/>
                </a:lnTo>
                <a:lnTo>
                  <a:pt x="5840245" y="20563"/>
                </a:lnTo>
                <a:lnTo>
                  <a:pt x="5848777" y="23258"/>
                </a:lnTo>
                <a:lnTo>
                  <a:pt x="5858206" y="25503"/>
                </a:lnTo>
                <a:lnTo>
                  <a:pt x="5866738" y="27299"/>
                </a:lnTo>
                <a:lnTo>
                  <a:pt x="5875719" y="28646"/>
                </a:lnTo>
                <a:lnTo>
                  <a:pt x="5885149" y="29993"/>
                </a:lnTo>
                <a:lnTo>
                  <a:pt x="5894130" y="30891"/>
                </a:lnTo>
                <a:lnTo>
                  <a:pt x="5896375" y="30891"/>
                </a:lnTo>
                <a:lnTo>
                  <a:pt x="5898621" y="31790"/>
                </a:lnTo>
                <a:lnTo>
                  <a:pt x="5900417" y="33137"/>
                </a:lnTo>
                <a:lnTo>
                  <a:pt x="5902662" y="34484"/>
                </a:lnTo>
                <a:lnTo>
                  <a:pt x="5906254" y="38076"/>
                </a:lnTo>
                <a:lnTo>
                  <a:pt x="5908949" y="42117"/>
                </a:lnTo>
                <a:lnTo>
                  <a:pt x="5910296" y="45261"/>
                </a:lnTo>
                <a:lnTo>
                  <a:pt x="5911643" y="49751"/>
                </a:lnTo>
                <a:lnTo>
                  <a:pt x="5912541" y="55589"/>
                </a:lnTo>
                <a:lnTo>
                  <a:pt x="5912990" y="61876"/>
                </a:lnTo>
                <a:lnTo>
                  <a:pt x="5913439" y="78490"/>
                </a:lnTo>
                <a:lnTo>
                  <a:pt x="5912990" y="98697"/>
                </a:lnTo>
                <a:lnTo>
                  <a:pt x="5912092" y="121598"/>
                </a:lnTo>
                <a:lnTo>
                  <a:pt x="5910296" y="146296"/>
                </a:lnTo>
                <a:lnTo>
                  <a:pt x="5907601" y="172790"/>
                </a:lnTo>
                <a:lnTo>
                  <a:pt x="5904907" y="199732"/>
                </a:lnTo>
                <a:lnTo>
                  <a:pt x="5901315" y="226226"/>
                </a:lnTo>
                <a:lnTo>
                  <a:pt x="5897273" y="252271"/>
                </a:lnTo>
                <a:lnTo>
                  <a:pt x="5892783" y="277417"/>
                </a:lnTo>
                <a:lnTo>
                  <a:pt x="5888742" y="299420"/>
                </a:lnTo>
                <a:lnTo>
                  <a:pt x="5884251" y="319178"/>
                </a:lnTo>
                <a:lnTo>
                  <a:pt x="5882006" y="327261"/>
                </a:lnTo>
                <a:lnTo>
                  <a:pt x="5879761" y="334895"/>
                </a:lnTo>
                <a:lnTo>
                  <a:pt x="5877515" y="341631"/>
                </a:lnTo>
                <a:lnTo>
                  <a:pt x="5875270" y="346570"/>
                </a:lnTo>
                <a:lnTo>
                  <a:pt x="5873025" y="350611"/>
                </a:lnTo>
                <a:lnTo>
                  <a:pt x="5871229" y="353306"/>
                </a:lnTo>
                <a:lnTo>
                  <a:pt x="5866289" y="356898"/>
                </a:lnTo>
                <a:lnTo>
                  <a:pt x="5861350" y="359592"/>
                </a:lnTo>
                <a:lnTo>
                  <a:pt x="5855512" y="362736"/>
                </a:lnTo>
                <a:lnTo>
                  <a:pt x="5849675" y="364981"/>
                </a:lnTo>
                <a:lnTo>
                  <a:pt x="5838448" y="369471"/>
                </a:lnTo>
                <a:lnTo>
                  <a:pt x="5826773" y="374411"/>
                </a:lnTo>
                <a:lnTo>
                  <a:pt x="5821834" y="378452"/>
                </a:lnTo>
                <a:lnTo>
                  <a:pt x="5816894" y="382045"/>
                </a:lnTo>
                <a:lnTo>
                  <a:pt x="5813751" y="385637"/>
                </a:lnTo>
                <a:lnTo>
                  <a:pt x="5810608" y="388780"/>
                </a:lnTo>
                <a:lnTo>
                  <a:pt x="5808812" y="391924"/>
                </a:lnTo>
                <a:lnTo>
                  <a:pt x="5807015" y="395067"/>
                </a:lnTo>
                <a:lnTo>
                  <a:pt x="5806117" y="397761"/>
                </a:lnTo>
                <a:lnTo>
                  <a:pt x="5805668" y="400905"/>
                </a:lnTo>
                <a:lnTo>
                  <a:pt x="5806117" y="403599"/>
                </a:lnTo>
                <a:lnTo>
                  <a:pt x="5806566" y="405844"/>
                </a:lnTo>
                <a:lnTo>
                  <a:pt x="5807464" y="408538"/>
                </a:lnTo>
                <a:lnTo>
                  <a:pt x="5808812" y="410784"/>
                </a:lnTo>
                <a:lnTo>
                  <a:pt x="5812404" y="416172"/>
                </a:lnTo>
                <a:lnTo>
                  <a:pt x="5816894" y="420662"/>
                </a:lnTo>
                <a:lnTo>
                  <a:pt x="5827671" y="430092"/>
                </a:lnTo>
                <a:lnTo>
                  <a:pt x="5832611" y="435032"/>
                </a:lnTo>
                <a:lnTo>
                  <a:pt x="5837101" y="439971"/>
                </a:lnTo>
                <a:lnTo>
                  <a:pt x="5838898" y="442666"/>
                </a:lnTo>
                <a:lnTo>
                  <a:pt x="5840694" y="445360"/>
                </a:lnTo>
                <a:lnTo>
                  <a:pt x="5842041" y="448054"/>
                </a:lnTo>
                <a:lnTo>
                  <a:pt x="5842939" y="451647"/>
                </a:lnTo>
                <a:lnTo>
                  <a:pt x="5843388" y="454790"/>
                </a:lnTo>
                <a:lnTo>
                  <a:pt x="5843388" y="457933"/>
                </a:lnTo>
                <a:lnTo>
                  <a:pt x="5842939" y="461526"/>
                </a:lnTo>
                <a:lnTo>
                  <a:pt x="5842041" y="465118"/>
                </a:lnTo>
                <a:lnTo>
                  <a:pt x="5834856" y="461526"/>
                </a:lnTo>
                <a:lnTo>
                  <a:pt x="5827671" y="459280"/>
                </a:lnTo>
                <a:lnTo>
                  <a:pt x="5821385" y="457933"/>
                </a:lnTo>
                <a:lnTo>
                  <a:pt x="5815098" y="457484"/>
                </a:lnTo>
                <a:lnTo>
                  <a:pt x="5809710" y="457933"/>
                </a:lnTo>
                <a:lnTo>
                  <a:pt x="5804321" y="459280"/>
                </a:lnTo>
                <a:lnTo>
                  <a:pt x="5799831" y="461076"/>
                </a:lnTo>
                <a:lnTo>
                  <a:pt x="5795340" y="463771"/>
                </a:lnTo>
                <a:lnTo>
                  <a:pt x="5790850" y="466914"/>
                </a:lnTo>
                <a:lnTo>
                  <a:pt x="5786808" y="470506"/>
                </a:lnTo>
                <a:lnTo>
                  <a:pt x="5782767" y="474548"/>
                </a:lnTo>
                <a:lnTo>
                  <a:pt x="5779175" y="479038"/>
                </a:lnTo>
                <a:lnTo>
                  <a:pt x="5772439" y="488917"/>
                </a:lnTo>
                <a:lnTo>
                  <a:pt x="5765703" y="499245"/>
                </a:lnTo>
                <a:lnTo>
                  <a:pt x="5758968" y="510023"/>
                </a:lnTo>
                <a:lnTo>
                  <a:pt x="5752232" y="519902"/>
                </a:lnTo>
                <a:lnTo>
                  <a:pt x="5748639" y="524841"/>
                </a:lnTo>
                <a:lnTo>
                  <a:pt x="5744149" y="529331"/>
                </a:lnTo>
                <a:lnTo>
                  <a:pt x="5740108" y="533373"/>
                </a:lnTo>
                <a:lnTo>
                  <a:pt x="5736066" y="536965"/>
                </a:lnTo>
                <a:lnTo>
                  <a:pt x="5731127" y="539659"/>
                </a:lnTo>
                <a:lnTo>
                  <a:pt x="5726187" y="542354"/>
                </a:lnTo>
                <a:lnTo>
                  <a:pt x="5721248" y="544150"/>
                </a:lnTo>
                <a:lnTo>
                  <a:pt x="5715410" y="545048"/>
                </a:lnTo>
                <a:lnTo>
                  <a:pt x="5709124" y="545497"/>
                </a:lnTo>
                <a:lnTo>
                  <a:pt x="5702388" y="545048"/>
                </a:lnTo>
                <a:lnTo>
                  <a:pt x="5695203" y="543701"/>
                </a:lnTo>
                <a:lnTo>
                  <a:pt x="5688018" y="541007"/>
                </a:lnTo>
                <a:lnTo>
                  <a:pt x="5659729" y="546844"/>
                </a:lnTo>
                <a:lnTo>
                  <a:pt x="5631888" y="551335"/>
                </a:lnTo>
                <a:lnTo>
                  <a:pt x="5604496" y="555825"/>
                </a:lnTo>
                <a:lnTo>
                  <a:pt x="5576206" y="559417"/>
                </a:lnTo>
                <a:lnTo>
                  <a:pt x="5548366" y="562112"/>
                </a:lnTo>
                <a:lnTo>
                  <a:pt x="5534445" y="563010"/>
                </a:lnTo>
                <a:lnTo>
                  <a:pt x="5520076" y="563459"/>
                </a:lnTo>
                <a:lnTo>
                  <a:pt x="5506155" y="563908"/>
                </a:lnTo>
                <a:lnTo>
                  <a:pt x="5491786" y="563908"/>
                </a:lnTo>
                <a:lnTo>
                  <a:pt x="5477417" y="563459"/>
                </a:lnTo>
                <a:lnTo>
                  <a:pt x="5463496" y="563010"/>
                </a:lnTo>
                <a:lnTo>
                  <a:pt x="5434308" y="566602"/>
                </a:lnTo>
                <a:lnTo>
                  <a:pt x="5405120" y="569746"/>
                </a:lnTo>
                <a:lnTo>
                  <a:pt x="5376381" y="572440"/>
                </a:lnTo>
                <a:lnTo>
                  <a:pt x="5347193" y="574236"/>
                </a:lnTo>
                <a:lnTo>
                  <a:pt x="5318006" y="576032"/>
                </a:lnTo>
                <a:lnTo>
                  <a:pt x="5288818" y="577379"/>
                </a:lnTo>
                <a:lnTo>
                  <a:pt x="5259630" y="577828"/>
                </a:lnTo>
                <a:lnTo>
                  <a:pt x="5230891" y="578726"/>
                </a:lnTo>
                <a:lnTo>
                  <a:pt x="5172515" y="579624"/>
                </a:lnTo>
                <a:lnTo>
                  <a:pt x="5113690" y="580074"/>
                </a:lnTo>
                <a:lnTo>
                  <a:pt x="5055763" y="580972"/>
                </a:lnTo>
                <a:lnTo>
                  <a:pt x="5026575" y="581870"/>
                </a:lnTo>
                <a:lnTo>
                  <a:pt x="4996938" y="583217"/>
                </a:lnTo>
                <a:lnTo>
                  <a:pt x="4399709" y="602077"/>
                </a:lnTo>
                <a:lnTo>
                  <a:pt x="4399260" y="622284"/>
                </a:lnTo>
                <a:lnTo>
                  <a:pt x="4438775" y="631265"/>
                </a:lnTo>
                <a:lnTo>
                  <a:pt x="4478740" y="640246"/>
                </a:lnTo>
                <a:lnTo>
                  <a:pt x="4518257" y="648328"/>
                </a:lnTo>
                <a:lnTo>
                  <a:pt x="4558221" y="656411"/>
                </a:lnTo>
                <a:lnTo>
                  <a:pt x="4717632" y="688293"/>
                </a:lnTo>
                <a:lnTo>
                  <a:pt x="4757597" y="696376"/>
                </a:lnTo>
                <a:lnTo>
                  <a:pt x="4797113" y="704459"/>
                </a:lnTo>
                <a:lnTo>
                  <a:pt x="4837078" y="713889"/>
                </a:lnTo>
                <a:lnTo>
                  <a:pt x="4876594" y="722870"/>
                </a:lnTo>
                <a:lnTo>
                  <a:pt x="4915661" y="732300"/>
                </a:lnTo>
                <a:lnTo>
                  <a:pt x="4955177" y="743077"/>
                </a:lnTo>
                <a:lnTo>
                  <a:pt x="4994244" y="754303"/>
                </a:lnTo>
                <a:lnTo>
                  <a:pt x="5033311" y="765978"/>
                </a:lnTo>
                <a:lnTo>
                  <a:pt x="5049926" y="764631"/>
                </a:lnTo>
                <a:lnTo>
                  <a:pt x="5065642" y="764182"/>
                </a:lnTo>
                <a:lnTo>
                  <a:pt x="5082257" y="764631"/>
                </a:lnTo>
                <a:lnTo>
                  <a:pt x="5097973" y="766427"/>
                </a:lnTo>
                <a:lnTo>
                  <a:pt x="5113690" y="768672"/>
                </a:lnTo>
                <a:lnTo>
                  <a:pt x="5129856" y="771816"/>
                </a:lnTo>
                <a:lnTo>
                  <a:pt x="5145572" y="776306"/>
                </a:lnTo>
                <a:lnTo>
                  <a:pt x="5161289" y="782593"/>
                </a:lnTo>
                <a:lnTo>
                  <a:pt x="5167126" y="782144"/>
                </a:lnTo>
                <a:lnTo>
                  <a:pt x="5172964" y="782144"/>
                </a:lnTo>
                <a:lnTo>
                  <a:pt x="5178353" y="782593"/>
                </a:lnTo>
                <a:lnTo>
                  <a:pt x="5184190" y="783042"/>
                </a:lnTo>
                <a:lnTo>
                  <a:pt x="5189579" y="784389"/>
                </a:lnTo>
                <a:lnTo>
                  <a:pt x="5194967" y="785736"/>
                </a:lnTo>
                <a:lnTo>
                  <a:pt x="5200356" y="787532"/>
                </a:lnTo>
                <a:lnTo>
                  <a:pt x="5205295" y="789329"/>
                </a:lnTo>
                <a:lnTo>
                  <a:pt x="5215174" y="793819"/>
                </a:lnTo>
                <a:lnTo>
                  <a:pt x="5224604" y="799207"/>
                </a:lnTo>
                <a:lnTo>
                  <a:pt x="5234483" y="805045"/>
                </a:lnTo>
                <a:lnTo>
                  <a:pt x="5243913" y="810883"/>
                </a:lnTo>
                <a:lnTo>
                  <a:pt x="5253343" y="817618"/>
                </a:lnTo>
                <a:lnTo>
                  <a:pt x="5263222" y="823456"/>
                </a:lnTo>
                <a:lnTo>
                  <a:pt x="5273101" y="828844"/>
                </a:lnTo>
                <a:lnTo>
                  <a:pt x="5283429" y="833784"/>
                </a:lnTo>
                <a:lnTo>
                  <a:pt x="5293757" y="837376"/>
                </a:lnTo>
                <a:lnTo>
                  <a:pt x="5299146" y="839173"/>
                </a:lnTo>
                <a:lnTo>
                  <a:pt x="5304983" y="840520"/>
                </a:lnTo>
                <a:lnTo>
                  <a:pt x="5310821" y="841418"/>
                </a:lnTo>
                <a:lnTo>
                  <a:pt x="5316209" y="842316"/>
                </a:lnTo>
                <a:lnTo>
                  <a:pt x="5322496" y="842316"/>
                </a:lnTo>
                <a:lnTo>
                  <a:pt x="5328334" y="842316"/>
                </a:lnTo>
                <a:lnTo>
                  <a:pt x="5333722" y="842316"/>
                </a:lnTo>
                <a:lnTo>
                  <a:pt x="5338213" y="843214"/>
                </a:lnTo>
                <a:lnTo>
                  <a:pt x="5342254" y="845010"/>
                </a:lnTo>
                <a:lnTo>
                  <a:pt x="5344948" y="847255"/>
                </a:lnTo>
                <a:lnTo>
                  <a:pt x="5347193" y="850399"/>
                </a:lnTo>
                <a:lnTo>
                  <a:pt x="5348092" y="853991"/>
                </a:lnTo>
                <a:lnTo>
                  <a:pt x="5348990" y="857583"/>
                </a:lnTo>
                <a:lnTo>
                  <a:pt x="5349439" y="862074"/>
                </a:lnTo>
                <a:lnTo>
                  <a:pt x="5348990" y="866564"/>
                </a:lnTo>
                <a:lnTo>
                  <a:pt x="5348990" y="871055"/>
                </a:lnTo>
                <a:lnTo>
                  <a:pt x="5347642" y="880485"/>
                </a:lnTo>
                <a:lnTo>
                  <a:pt x="5346295" y="890364"/>
                </a:lnTo>
                <a:lnTo>
                  <a:pt x="5345397" y="898895"/>
                </a:lnTo>
                <a:lnTo>
                  <a:pt x="5344948" y="955924"/>
                </a:lnTo>
                <a:lnTo>
                  <a:pt x="5344499" y="1013402"/>
                </a:lnTo>
                <a:lnTo>
                  <a:pt x="5344050" y="1128358"/>
                </a:lnTo>
                <a:lnTo>
                  <a:pt x="5356623" y="1125663"/>
                </a:lnTo>
                <a:lnTo>
                  <a:pt x="5362012" y="1125214"/>
                </a:lnTo>
                <a:lnTo>
                  <a:pt x="5366951" y="1124765"/>
                </a:lnTo>
                <a:lnTo>
                  <a:pt x="5370993" y="1124765"/>
                </a:lnTo>
                <a:lnTo>
                  <a:pt x="5375034" y="1124765"/>
                </a:lnTo>
                <a:lnTo>
                  <a:pt x="5378627" y="1125663"/>
                </a:lnTo>
                <a:lnTo>
                  <a:pt x="5381770" y="1126561"/>
                </a:lnTo>
                <a:lnTo>
                  <a:pt x="5384015" y="1127459"/>
                </a:lnTo>
                <a:lnTo>
                  <a:pt x="5386260" y="1129256"/>
                </a:lnTo>
                <a:lnTo>
                  <a:pt x="5388057" y="1130603"/>
                </a:lnTo>
                <a:lnTo>
                  <a:pt x="5389404" y="1132399"/>
                </a:lnTo>
                <a:lnTo>
                  <a:pt x="5390302" y="1134644"/>
                </a:lnTo>
                <a:lnTo>
                  <a:pt x="5391200" y="1136889"/>
                </a:lnTo>
                <a:lnTo>
                  <a:pt x="5391649" y="1139135"/>
                </a:lnTo>
                <a:lnTo>
                  <a:pt x="5392098" y="1141829"/>
                </a:lnTo>
                <a:lnTo>
                  <a:pt x="5392098" y="1147666"/>
                </a:lnTo>
                <a:lnTo>
                  <a:pt x="5391200" y="1153953"/>
                </a:lnTo>
                <a:lnTo>
                  <a:pt x="5389853" y="1160240"/>
                </a:lnTo>
                <a:lnTo>
                  <a:pt x="5388506" y="1166526"/>
                </a:lnTo>
                <a:lnTo>
                  <a:pt x="5385811" y="1179549"/>
                </a:lnTo>
                <a:lnTo>
                  <a:pt x="5384913" y="1185835"/>
                </a:lnTo>
                <a:lnTo>
                  <a:pt x="5384464" y="1191673"/>
                </a:lnTo>
                <a:lnTo>
                  <a:pt x="5385362" y="1207390"/>
                </a:lnTo>
                <a:lnTo>
                  <a:pt x="5387158" y="1223555"/>
                </a:lnTo>
                <a:lnTo>
                  <a:pt x="5389853" y="1239721"/>
                </a:lnTo>
                <a:lnTo>
                  <a:pt x="5392996" y="1255437"/>
                </a:lnTo>
                <a:lnTo>
                  <a:pt x="5398834" y="1287768"/>
                </a:lnTo>
                <a:lnTo>
                  <a:pt x="5401079" y="1303934"/>
                </a:lnTo>
                <a:lnTo>
                  <a:pt x="5402875" y="1320100"/>
                </a:lnTo>
                <a:lnTo>
                  <a:pt x="5403324" y="1327733"/>
                </a:lnTo>
                <a:lnTo>
                  <a:pt x="5403773" y="1336265"/>
                </a:lnTo>
                <a:lnTo>
                  <a:pt x="5403773" y="1343899"/>
                </a:lnTo>
                <a:lnTo>
                  <a:pt x="5403324" y="1351533"/>
                </a:lnTo>
                <a:lnTo>
                  <a:pt x="5402426" y="1359616"/>
                </a:lnTo>
                <a:lnTo>
                  <a:pt x="5401528" y="1367699"/>
                </a:lnTo>
                <a:lnTo>
                  <a:pt x="5399732" y="1375332"/>
                </a:lnTo>
                <a:lnTo>
                  <a:pt x="5397936" y="1382966"/>
                </a:lnTo>
                <a:lnTo>
                  <a:pt x="5395241" y="1390600"/>
                </a:lnTo>
                <a:lnTo>
                  <a:pt x="5392547" y="1398234"/>
                </a:lnTo>
                <a:lnTo>
                  <a:pt x="5388955" y="1405867"/>
                </a:lnTo>
                <a:lnTo>
                  <a:pt x="5384913" y="1413501"/>
                </a:lnTo>
                <a:lnTo>
                  <a:pt x="5379974" y="1421135"/>
                </a:lnTo>
                <a:lnTo>
                  <a:pt x="5374136" y="1428320"/>
                </a:lnTo>
                <a:lnTo>
                  <a:pt x="5368299" y="1435504"/>
                </a:lnTo>
                <a:lnTo>
                  <a:pt x="5361563" y="1443138"/>
                </a:lnTo>
                <a:lnTo>
                  <a:pt x="5335518" y="1475469"/>
                </a:lnTo>
                <a:lnTo>
                  <a:pt x="5339560" y="1484450"/>
                </a:lnTo>
                <a:lnTo>
                  <a:pt x="5342703" y="1493431"/>
                </a:lnTo>
                <a:lnTo>
                  <a:pt x="5344948" y="1501514"/>
                </a:lnTo>
                <a:lnTo>
                  <a:pt x="5346744" y="1510046"/>
                </a:lnTo>
                <a:lnTo>
                  <a:pt x="5347642" y="1518578"/>
                </a:lnTo>
                <a:lnTo>
                  <a:pt x="5348541" y="1526211"/>
                </a:lnTo>
                <a:lnTo>
                  <a:pt x="5348541" y="1533845"/>
                </a:lnTo>
                <a:lnTo>
                  <a:pt x="5348092" y="1541479"/>
                </a:lnTo>
                <a:lnTo>
                  <a:pt x="5347193" y="1548664"/>
                </a:lnTo>
                <a:lnTo>
                  <a:pt x="5345846" y="1556298"/>
                </a:lnTo>
                <a:lnTo>
                  <a:pt x="5344050" y="1563033"/>
                </a:lnTo>
                <a:lnTo>
                  <a:pt x="5341356" y="1569769"/>
                </a:lnTo>
                <a:lnTo>
                  <a:pt x="5337763" y="1576055"/>
                </a:lnTo>
                <a:lnTo>
                  <a:pt x="5334171" y="1581893"/>
                </a:lnTo>
                <a:lnTo>
                  <a:pt x="5330579" y="1588180"/>
                </a:lnTo>
                <a:lnTo>
                  <a:pt x="5326088" y="1594017"/>
                </a:lnTo>
                <a:lnTo>
                  <a:pt x="5321149" y="1598957"/>
                </a:lnTo>
                <a:lnTo>
                  <a:pt x="5315760" y="1603896"/>
                </a:lnTo>
                <a:lnTo>
                  <a:pt x="5309923" y="1608836"/>
                </a:lnTo>
                <a:lnTo>
                  <a:pt x="5303187" y="1612877"/>
                </a:lnTo>
                <a:lnTo>
                  <a:pt x="5296002" y="1616919"/>
                </a:lnTo>
                <a:lnTo>
                  <a:pt x="5288818" y="1620960"/>
                </a:lnTo>
                <a:lnTo>
                  <a:pt x="5281184" y="1624552"/>
                </a:lnTo>
                <a:lnTo>
                  <a:pt x="5273101" y="1627696"/>
                </a:lnTo>
                <a:lnTo>
                  <a:pt x="5264120" y="1630390"/>
                </a:lnTo>
                <a:lnTo>
                  <a:pt x="5255139" y="1632635"/>
                </a:lnTo>
                <a:lnTo>
                  <a:pt x="5246158" y="1634880"/>
                </a:lnTo>
                <a:lnTo>
                  <a:pt x="5236279" y="1636676"/>
                </a:lnTo>
                <a:lnTo>
                  <a:pt x="5225951" y="1637575"/>
                </a:lnTo>
                <a:lnTo>
                  <a:pt x="5215174" y="1638473"/>
                </a:lnTo>
                <a:lnTo>
                  <a:pt x="5204397" y="1638922"/>
                </a:lnTo>
                <a:lnTo>
                  <a:pt x="5193171" y="1638922"/>
                </a:lnTo>
                <a:lnTo>
                  <a:pt x="5183292" y="1641616"/>
                </a:lnTo>
                <a:lnTo>
                  <a:pt x="5173862" y="1644310"/>
                </a:lnTo>
                <a:lnTo>
                  <a:pt x="5163983" y="1646106"/>
                </a:lnTo>
                <a:lnTo>
                  <a:pt x="5154553" y="1647454"/>
                </a:lnTo>
                <a:lnTo>
                  <a:pt x="5144225" y="1647903"/>
                </a:lnTo>
                <a:lnTo>
                  <a:pt x="5134795" y="1647454"/>
                </a:lnTo>
                <a:lnTo>
                  <a:pt x="5129856" y="1647005"/>
                </a:lnTo>
                <a:lnTo>
                  <a:pt x="5124916" y="1646106"/>
                </a:lnTo>
                <a:lnTo>
                  <a:pt x="5119977" y="1644759"/>
                </a:lnTo>
                <a:lnTo>
                  <a:pt x="5114588" y="1643412"/>
                </a:lnTo>
                <a:lnTo>
                  <a:pt x="5104709" y="1647005"/>
                </a:lnTo>
                <a:lnTo>
                  <a:pt x="5094830" y="1650148"/>
                </a:lnTo>
                <a:lnTo>
                  <a:pt x="5084502" y="1651944"/>
                </a:lnTo>
                <a:lnTo>
                  <a:pt x="5079563" y="1652842"/>
                </a:lnTo>
                <a:lnTo>
                  <a:pt x="5074174" y="1653291"/>
                </a:lnTo>
                <a:lnTo>
                  <a:pt x="5069235" y="1653740"/>
                </a:lnTo>
                <a:lnTo>
                  <a:pt x="5063846" y="1653291"/>
                </a:lnTo>
                <a:lnTo>
                  <a:pt x="5058907" y="1652842"/>
                </a:lnTo>
                <a:lnTo>
                  <a:pt x="5053967" y="1652393"/>
                </a:lnTo>
                <a:lnTo>
                  <a:pt x="5049028" y="1651046"/>
                </a:lnTo>
                <a:lnTo>
                  <a:pt x="5043639" y="1649250"/>
                </a:lnTo>
                <a:lnTo>
                  <a:pt x="5038250" y="1647005"/>
                </a:lnTo>
                <a:lnTo>
                  <a:pt x="5033311" y="1644310"/>
                </a:lnTo>
                <a:lnTo>
                  <a:pt x="4911171" y="1665416"/>
                </a:lnTo>
                <a:lnTo>
                  <a:pt x="4911171" y="1675294"/>
                </a:lnTo>
                <a:lnTo>
                  <a:pt x="4910273" y="1685623"/>
                </a:lnTo>
                <a:lnTo>
                  <a:pt x="5237626" y="1766900"/>
                </a:lnTo>
                <a:lnTo>
                  <a:pt x="5264120" y="1774533"/>
                </a:lnTo>
                <a:lnTo>
                  <a:pt x="5291512" y="1781269"/>
                </a:lnTo>
                <a:lnTo>
                  <a:pt x="5345846" y="1794291"/>
                </a:lnTo>
                <a:lnTo>
                  <a:pt x="5399732" y="1806865"/>
                </a:lnTo>
                <a:lnTo>
                  <a:pt x="5454066" y="1820785"/>
                </a:lnTo>
                <a:lnTo>
                  <a:pt x="5480560" y="1827521"/>
                </a:lnTo>
                <a:lnTo>
                  <a:pt x="5507503" y="1835155"/>
                </a:lnTo>
                <a:lnTo>
                  <a:pt x="5534445" y="1843237"/>
                </a:lnTo>
                <a:lnTo>
                  <a:pt x="5560490" y="1852218"/>
                </a:lnTo>
                <a:lnTo>
                  <a:pt x="5586983" y="1861199"/>
                </a:lnTo>
                <a:lnTo>
                  <a:pt x="5613028" y="1871527"/>
                </a:lnTo>
                <a:lnTo>
                  <a:pt x="5639072" y="1882753"/>
                </a:lnTo>
                <a:lnTo>
                  <a:pt x="5664219" y="1894429"/>
                </a:lnTo>
                <a:lnTo>
                  <a:pt x="5676792" y="1897123"/>
                </a:lnTo>
                <a:lnTo>
                  <a:pt x="5688467" y="1900266"/>
                </a:lnTo>
                <a:lnTo>
                  <a:pt x="5699245" y="1903858"/>
                </a:lnTo>
                <a:lnTo>
                  <a:pt x="5710022" y="1907900"/>
                </a:lnTo>
                <a:lnTo>
                  <a:pt x="5719002" y="1912390"/>
                </a:lnTo>
                <a:lnTo>
                  <a:pt x="5727534" y="1917330"/>
                </a:lnTo>
                <a:lnTo>
                  <a:pt x="5731127" y="1920922"/>
                </a:lnTo>
                <a:lnTo>
                  <a:pt x="5734719" y="1924066"/>
                </a:lnTo>
                <a:lnTo>
                  <a:pt x="5738311" y="1927209"/>
                </a:lnTo>
                <a:lnTo>
                  <a:pt x="5741455" y="1930352"/>
                </a:lnTo>
                <a:lnTo>
                  <a:pt x="5744149" y="1933944"/>
                </a:lnTo>
                <a:lnTo>
                  <a:pt x="5746843" y="1937986"/>
                </a:lnTo>
                <a:lnTo>
                  <a:pt x="5749089" y="1941578"/>
                </a:lnTo>
                <a:lnTo>
                  <a:pt x="5751334" y="1946069"/>
                </a:lnTo>
                <a:lnTo>
                  <a:pt x="5752681" y="1950559"/>
                </a:lnTo>
                <a:lnTo>
                  <a:pt x="5754028" y="1955498"/>
                </a:lnTo>
                <a:lnTo>
                  <a:pt x="5755375" y="1960438"/>
                </a:lnTo>
                <a:lnTo>
                  <a:pt x="5755824" y="1965377"/>
                </a:lnTo>
                <a:lnTo>
                  <a:pt x="5756273" y="1970766"/>
                </a:lnTo>
                <a:lnTo>
                  <a:pt x="5756273" y="1976604"/>
                </a:lnTo>
                <a:lnTo>
                  <a:pt x="5755824" y="1982441"/>
                </a:lnTo>
                <a:lnTo>
                  <a:pt x="5755375" y="1988728"/>
                </a:lnTo>
                <a:lnTo>
                  <a:pt x="5754028" y="1995463"/>
                </a:lnTo>
                <a:lnTo>
                  <a:pt x="5752681" y="2002199"/>
                </a:lnTo>
                <a:lnTo>
                  <a:pt x="5750885" y="2009384"/>
                </a:lnTo>
                <a:lnTo>
                  <a:pt x="5748639" y="2016569"/>
                </a:lnTo>
                <a:lnTo>
                  <a:pt x="5747292" y="2022406"/>
                </a:lnTo>
                <a:lnTo>
                  <a:pt x="5745496" y="2027795"/>
                </a:lnTo>
                <a:lnTo>
                  <a:pt x="5744598" y="2034081"/>
                </a:lnTo>
                <a:lnTo>
                  <a:pt x="5744149" y="2039919"/>
                </a:lnTo>
                <a:lnTo>
                  <a:pt x="5743700" y="2052043"/>
                </a:lnTo>
                <a:lnTo>
                  <a:pt x="5743700" y="2064168"/>
                </a:lnTo>
                <a:lnTo>
                  <a:pt x="5745496" y="2089314"/>
                </a:lnTo>
                <a:lnTo>
                  <a:pt x="5745945" y="2102336"/>
                </a:lnTo>
                <a:lnTo>
                  <a:pt x="5746843" y="2114012"/>
                </a:lnTo>
                <a:lnTo>
                  <a:pt x="5749538" y="2128830"/>
                </a:lnTo>
                <a:lnTo>
                  <a:pt x="5751334" y="2143649"/>
                </a:lnTo>
                <a:lnTo>
                  <a:pt x="5751783" y="2157569"/>
                </a:lnTo>
                <a:lnTo>
                  <a:pt x="5751334" y="2171040"/>
                </a:lnTo>
                <a:lnTo>
                  <a:pt x="5749987" y="2184961"/>
                </a:lnTo>
                <a:lnTo>
                  <a:pt x="5747741" y="2197534"/>
                </a:lnTo>
                <a:lnTo>
                  <a:pt x="5743700" y="2209658"/>
                </a:lnTo>
                <a:lnTo>
                  <a:pt x="5739210" y="2222231"/>
                </a:lnTo>
                <a:lnTo>
                  <a:pt x="5733821" y="2233458"/>
                </a:lnTo>
                <a:lnTo>
                  <a:pt x="5727534" y="2244683"/>
                </a:lnTo>
                <a:lnTo>
                  <a:pt x="5720350" y="2255461"/>
                </a:lnTo>
                <a:lnTo>
                  <a:pt x="5712267" y="2265789"/>
                </a:lnTo>
                <a:lnTo>
                  <a:pt x="5702388" y="2275668"/>
                </a:lnTo>
                <a:lnTo>
                  <a:pt x="5692509" y="2285098"/>
                </a:lnTo>
                <a:lnTo>
                  <a:pt x="5681283" y="2294977"/>
                </a:lnTo>
                <a:lnTo>
                  <a:pt x="5668709" y="2303509"/>
                </a:lnTo>
                <a:lnTo>
                  <a:pt x="5677690" y="2309795"/>
                </a:lnTo>
                <a:lnTo>
                  <a:pt x="5686671" y="2316980"/>
                </a:lnTo>
                <a:lnTo>
                  <a:pt x="5695203" y="2325063"/>
                </a:lnTo>
                <a:lnTo>
                  <a:pt x="5698795" y="2328655"/>
                </a:lnTo>
                <a:lnTo>
                  <a:pt x="5701939" y="2332696"/>
                </a:lnTo>
                <a:lnTo>
                  <a:pt x="5705082" y="2336738"/>
                </a:lnTo>
                <a:lnTo>
                  <a:pt x="5706878" y="2340779"/>
                </a:lnTo>
                <a:lnTo>
                  <a:pt x="5708225" y="2344821"/>
                </a:lnTo>
                <a:lnTo>
                  <a:pt x="5708225" y="2348862"/>
                </a:lnTo>
                <a:lnTo>
                  <a:pt x="5708225" y="2351107"/>
                </a:lnTo>
                <a:lnTo>
                  <a:pt x="5707776" y="2352903"/>
                </a:lnTo>
                <a:lnTo>
                  <a:pt x="5706878" y="2354700"/>
                </a:lnTo>
                <a:lnTo>
                  <a:pt x="5705531" y="2356945"/>
                </a:lnTo>
                <a:lnTo>
                  <a:pt x="5704184" y="2359190"/>
                </a:lnTo>
                <a:lnTo>
                  <a:pt x="5702388" y="2360986"/>
                </a:lnTo>
                <a:lnTo>
                  <a:pt x="5697897" y="2364579"/>
                </a:lnTo>
                <a:lnTo>
                  <a:pt x="5693407" y="2368171"/>
                </a:lnTo>
                <a:lnTo>
                  <a:pt x="5688467" y="2371763"/>
                </a:lnTo>
                <a:lnTo>
                  <a:pt x="5679487" y="2379846"/>
                </a:lnTo>
                <a:lnTo>
                  <a:pt x="5670506" y="2388827"/>
                </a:lnTo>
                <a:lnTo>
                  <a:pt x="5661974" y="2398706"/>
                </a:lnTo>
                <a:lnTo>
                  <a:pt x="5644461" y="2417566"/>
                </a:lnTo>
                <a:lnTo>
                  <a:pt x="5635031" y="2426996"/>
                </a:lnTo>
                <a:lnTo>
                  <a:pt x="5626050" y="2435528"/>
                </a:lnTo>
                <a:lnTo>
                  <a:pt x="5621111" y="2439569"/>
                </a:lnTo>
                <a:lnTo>
                  <a:pt x="5616171" y="2443161"/>
                </a:lnTo>
                <a:lnTo>
                  <a:pt x="5611232" y="2446305"/>
                </a:lnTo>
                <a:lnTo>
                  <a:pt x="5605843" y="2448999"/>
                </a:lnTo>
                <a:lnTo>
                  <a:pt x="5600455" y="2451693"/>
                </a:lnTo>
                <a:lnTo>
                  <a:pt x="5594617" y="2453489"/>
                </a:lnTo>
                <a:lnTo>
                  <a:pt x="5588779" y="2455286"/>
                </a:lnTo>
                <a:lnTo>
                  <a:pt x="5582942" y="2456633"/>
                </a:lnTo>
                <a:lnTo>
                  <a:pt x="5576655" y="2457082"/>
                </a:lnTo>
                <a:lnTo>
                  <a:pt x="5570369" y="2457082"/>
                </a:lnTo>
                <a:lnTo>
                  <a:pt x="5563633" y="2456633"/>
                </a:lnTo>
                <a:lnTo>
                  <a:pt x="5555999" y="2455286"/>
                </a:lnTo>
                <a:lnTo>
                  <a:pt x="5548815" y="2453489"/>
                </a:lnTo>
                <a:lnTo>
                  <a:pt x="5541181" y="2450795"/>
                </a:lnTo>
                <a:lnTo>
                  <a:pt x="5533547" y="2447652"/>
                </a:lnTo>
                <a:lnTo>
                  <a:pt x="5525464" y="2443611"/>
                </a:lnTo>
                <a:lnTo>
                  <a:pt x="5517382" y="2447203"/>
                </a:lnTo>
                <a:lnTo>
                  <a:pt x="5510197" y="2450346"/>
                </a:lnTo>
                <a:lnTo>
                  <a:pt x="5503012" y="2453489"/>
                </a:lnTo>
                <a:lnTo>
                  <a:pt x="5495827" y="2456184"/>
                </a:lnTo>
                <a:lnTo>
                  <a:pt x="5480111" y="2460674"/>
                </a:lnTo>
                <a:lnTo>
                  <a:pt x="5465292" y="2464716"/>
                </a:lnTo>
                <a:lnTo>
                  <a:pt x="5449576" y="2467410"/>
                </a:lnTo>
                <a:lnTo>
                  <a:pt x="5434308" y="2470553"/>
                </a:lnTo>
                <a:lnTo>
                  <a:pt x="5419041" y="2471901"/>
                </a:lnTo>
                <a:lnTo>
                  <a:pt x="5403324" y="2473248"/>
                </a:lnTo>
                <a:lnTo>
                  <a:pt x="5371891" y="2475044"/>
                </a:lnTo>
                <a:lnTo>
                  <a:pt x="5341356" y="2476840"/>
                </a:lnTo>
                <a:lnTo>
                  <a:pt x="5325190" y="2477738"/>
                </a:lnTo>
                <a:lnTo>
                  <a:pt x="5309923" y="2478636"/>
                </a:lnTo>
                <a:lnTo>
                  <a:pt x="5294206" y="2479983"/>
                </a:lnTo>
                <a:lnTo>
                  <a:pt x="5278939" y="2482228"/>
                </a:lnTo>
                <a:lnTo>
                  <a:pt x="5275346" y="2506477"/>
                </a:lnTo>
                <a:lnTo>
                  <a:pt x="5278939" y="2523540"/>
                </a:lnTo>
                <a:lnTo>
                  <a:pt x="5282531" y="2540604"/>
                </a:lnTo>
                <a:lnTo>
                  <a:pt x="5285225" y="2558117"/>
                </a:lnTo>
                <a:lnTo>
                  <a:pt x="5287021" y="2575181"/>
                </a:lnTo>
                <a:lnTo>
                  <a:pt x="5287919" y="2584162"/>
                </a:lnTo>
                <a:lnTo>
                  <a:pt x="5287919" y="2592693"/>
                </a:lnTo>
                <a:lnTo>
                  <a:pt x="5287919" y="2601225"/>
                </a:lnTo>
                <a:lnTo>
                  <a:pt x="5287021" y="2609757"/>
                </a:lnTo>
                <a:lnTo>
                  <a:pt x="5286123" y="2618738"/>
                </a:lnTo>
                <a:lnTo>
                  <a:pt x="5284776" y="2627270"/>
                </a:lnTo>
                <a:lnTo>
                  <a:pt x="5282531" y="2635802"/>
                </a:lnTo>
                <a:lnTo>
                  <a:pt x="5279837" y="2644783"/>
                </a:lnTo>
                <a:lnTo>
                  <a:pt x="5282531" y="2649722"/>
                </a:lnTo>
                <a:lnTo>
                  <a:pt x="5284776" y="2655560"/>
                </a:lnTo>
                <a:lnTo>
                  <a:pt x="5286123" y="2660499"/>
                </a:lnTo>
                <a:lnTo>
                  <a:pt x="5287470" y="2665439"/>
                </a:lnTo>
                <a:lnTo>
                  <a:pt x="5287919" y="2670827"/>
                </a:lnTo>
                <a:lnTo>
                  <a:pt x="5288369" y="2675767"/>
                </a:lnTo>
                <a:lnTo>
                  <a:pt x="5288369" y="2680706"/>
                </a:lnTo>
                <a:lnTo>
                  <a:pt x="5287919" y="2686095"/>
                </a:lnTo>
                <a:lnTo>
                  <a:pt x="5286123" y="2696423"/>
                </a:lnTo>
                <a:lnTo>
                  <a:pt x="5283878" y="2706751"/>
                </a:lnTo>
                <a:lnTo>
                  <a:pt x="5278490" y="2727407"/>
                </a:lnTo>
                <a:lnTo>
                  <a:pt x="5276244" y="2747165"/>
                </a:lnTo>
                <a:lnTo>
                  <a:pt x="5273101" y="2766923"/>
                </a:lnTo>
                <a:lnTo>
                  <a:pt x="5270856" y="2776802"/>
                </a:lnTo>
                <a:lnTo>
                  <a:pt x="5268611" y="2786232"/>
                </a:lnTo>
                <a:lnTo>
                  <a:pt x="5265916" y="2795213"/>
                </a:lnTo>
                <a:lnTo>
                  <a:pt x="5262324" y="2805092"/>
                </a:lnTo>
                <a:lnTo>
                  <a:pt x="5259181" y="2813624"/>
                </a:lnTo>
                <a:lnTo>
                  <a:pt x="5255139" y="2822604"/>
                </a:lnTo>
                <a:lnTo>
                  <a:pt x="5250200" y="2830688"/>
                </a:lnTo>
                <a:lnTo>
                  <a:pt x="5244811" y="2839668"/>
                </a:lnTo>
                <a:lnTo>
                  <a:pt x="5238974" y="2847302"/>
                </a:lnTo>
                <a:lnTo>
                  <a:pt x="5232238" y="2854936"/>
                </a:lnTo>
                <a:lnTo>
                  <a:pt x="5224155" y="2861671"/>
                </a:lnTo>
                <a:lnTo>
                  <a:pt x="5216072" y="2868407"/>
                </a:lnTo>
                <a:lnTo>
                  <a:pt x="5216521" y="2869754"/>
                </a:lnTo>
                <a:lnTo>
                  <a:pt x="5216970" y="2871102"/>
                </a:lnTo>
                <a:lnTo>
                  <a:pt x="5216970" y="2872448"/>
                </a:lnTo>
                <a:lnTo>
                  <a:pt x="5216970" y="2874245"/>
                </a:lnTo>
                <a:lnTo>
                  <a:pt x="5215623" y="2876490"/>
                </a:lnTo>
                <a:lnTo>
                  <a:pt x="5213827" y="2879184"/>
                </a:lnTo>
                <a:lnTo>
                  <a:pt x="5211582" y="2881430"/>
                </a:lnTo>
                <a:lnTo>
                  <a:pt x="5208888" y="2883675"/>
                </a:lnTo>
                <a:lnTo>
                  <a:pt x="5203499" y="2888165"/>
                </a:lnTo>
                <a:lnTo>
                  <a:pt x="5200805" y="2890410"/>
                </a:lnTo>
                <a:lnTo>
                  <a:pt x="5199009" y="2893105"/>
                </a:lnTo>
                <a:lnTo>
                  <a:pt x="5198110" y="2895350"/>
                </a:lnTo>
                <a:lnTo>
                  <a:pt x="5198110" y="2896697"/>
                </a:lnTo>
                <a:lnTo>
                  <a:pt x="5198110" y="2897595"/>
                </a:lnTo>
                <a:lnTo>
                  <a:pt x="5198560" y="2898942"/>
                </a:lnTo>
                <a:lnTo>
                  <a:pt x="5199009" y="2900289"/>
                </a:lnTo>
                <a:lnTo>
                  <a:pt x="5201703" y="2902984"/>
                </a:lnTo>
                <a:lnTo>
                  <a:pt x="5205744" y="2905678"/>
                </a:lnTo>
                <a:lnTo>
                  <a:pt x="5212031" y="2908372"/>
                </a:lnTo>
                <a:lnTo>
                  <a:pt x="5216970" y="2911515"/>
                </a:lnTo>
                <a:lnTo>
                  <a:pt x="5221461" y="2914210"/>
                </a:lnTo>
                <a:lnTo>
                  <a:pt x="5225502" y="2917802"/>
                </a:lnTo>
                <a:lnTo>
                  <a:pt x="5229544" y="2921394"/>
                </a:lnTo>
                <a:lnTo>
                  <a:pt x="5232687" y="2924987"/>
                </a:lnTo>
                <a:lnTo>
                  <a:pt x="5235381" y="2929028"/>
                </a:lnTo>
                <a:lnTo>
                  <a:pt x="5237177" y="2933070"/>
                </a:lnTo>
                <a:lnTo>
                  <a:pt x="5238525" y="2937111"/>
                </a:lnTo>
                <a:lnTo>
                  <a:pt x="5239423" y="2940704"/>
                </a:lnTo>
                <a:lnTo>
                  <a:pt x="5239423" y="2944745"/>
                </a:lnTo>
                <a:lnTo>
                  <a:pt x="5238974" y="2948337"/>
                </a:lnTo>
                <a:lnTo>
                  <a:pt x="5238075" y="2951481"/>
                </a:lnTo>
                <a:lnTo>
                  <a:pt x="5236728" y="2954175"/>
                </a:lnTo>
                <a:lnTo>
                  <a:pt x="5234483" y="2956420"/>
                </a:lnTo>
                <a:lnTo>
                  <a:pt x="5231340" y="2957767"/>
                </a:lnTo>
                <a:lnTo>
                  <a:pt x="5227747" y="2958665"/>
                </a:lnTo>
                <a:lnTo>
                  <a:pt x="5222359" y="2959563"/>
                </a:lnTo>
                <a:lnTo>
                  <a:pt x="5217419" y="2960461"/>
                </a:lnTo>
                <a:lnTo>
                  <a:pt x="5212480" y="2962258"/>
                </a:lnTo>
                <a:lnTo>
                  <a:pt x="5207540" y="2963605"/>
                </a:lnTo>
                <a:lnTo>
                  <a:pt x="5199009" y="2967646"/>
                </a:lnTo>
                <a:lnTo>
                  <a:pt x="5190028" y="2972586"/>
                </a:lnTo>
                <a:lnTo>
                  <a:pt x="5181945" y="2977974"/>
                </a:lnTo>
                <a:lnTo>
                  <a:pt x="5174311" y="2984710"/>
                </a:lnTo>
                <a:lnTo>
                  <a:pt x="5159493" y="2997283"/>
                </a:lnTo>
                <a:lnTo>
                  <a:pt x="5151859" y="3003121"/>
                </a:lnTo>
                <a:lnTo>
                  <a:pt x="5144225" y="3009407"/>
                </a:lnTo>
                <a:lnTo>
                  <a:pt x="5136591" y="3014796"/>
                </a:lnTo>
                <a:lnTo>
                  <a:pt x="5128509" y="3019735"/>
                </a:lnTo>
                <a:lnTo>
                  <a:pt x="5119977" y="3024226"/>
                </a:lnTo>
                <a:lnTo>
                  <a:pt x="5115486" y="3026022"/>
                </a:lnTo>
                <a:lnTo>
                  <a:pt x="5110996" y="3027369"/>
                </a:lnTo>
                <a:lnTo>
                  <a:pt x="5106056" y="3028267"/>
                </a:lnTo>
                <a:lnTo>
                  <a:pt x="5101566" y="3029165"/>
                </a:lnTo>
                <a:lnTo>
                  <a:pt x="5096177" y="3029614"/>
                </a:lnTo>
                <a:lnTo>
                  <a:pt x="5091238" y="3030064"/>
                </a:lnTo>
                <a:lnTo>
                  <a:pt x="5053967" y="3033656"/>
                </a:lnTo>
                <a:lnTo>
                  <a:pt x="4972690" y="3035901"/>
                </a:lnTo>
                <a:lnTo>
                  <a:pt x="4869859" y="3054312"/>
                </a:lnTo>
                <a:lnTo>
                  <a:pt x="4868511" y="3071376"/>
                </a:lnTo>
                <a:lnTo>
                  <a:pt x="4867613" y="3088439"/>
                </a:lnTo>
                <a:lnTo>
                  <a:pt x="4867164" y="3106401"/>
                </a:lnTo>
                <a:lnTo>
                  <a:pt x="4867613" y="3123465"/>
                </a:lnTo>
                <a:lnTo>
                  <a:pt x="4868062" y="3158490"/>
                </a:lnTo>
                <a:lnTo>
                  <a:pt x="4867613" y="3176452"/>
                </a:lnTo>
                <a:lnTo>
                  <a:pt x="4867164" y="3193516"/>
                </a:lnTo>
                <a:lnTo>
                  <a:pt x="4865368" y="3210579"/>
                </a:lnTo>
                <a:lnTo>
                  <a:pt x="4864021" y="3219111"/>
                </a:lnTo>
                <a:lnTo>
                  <a:pt x="4862225" y="3227194"/>
                </a:lnTo>
                <a:lnTo>
                  <a:pt x="4860429" y="3235277"/>
                </a:lnTo>
                <a:lnTo>
                  <a:pt x="4858183" y="3243809"/>
                </a:lnTo>
                <a:lnTo>
                  <a:pt x="4855040" y="3251892"/>
                </a:lnTo>
                <a:lnTo>
                  <a:pt x="4851897" y="3259975"/>
                </a:lnTo>
                <a:lnTo>
                  <a:pt x="4848304" y="3267608"/>
                </a:lnTo>
                <a:lnTo>
                  <a:pt x="4844263" y="3275242"/>
                </a:lnTo>
                <a:lnTo>
                  <a:pt x="4839773" y="3283325"/>
                </a:lnTo>
                <a:lnTo>
                  <a:pt x="4834384" y="3290510"/>
                </a:lnTo>
                <a:lnTo>
                  <a:pt x="4828546" y="3297694"/>
                </a:lnTo>
                <a:lnTo>
                  <a:pt x="4822260" y="3304879"/>
                </a:lnTo>
                <a:lnTo>
                  <a:pt x="4814626" y="3312064"/>
                </a:lnTo>
                <a:lnTo>
                  <a:pt x="4806992" y="3319249"/>
                </a:lnTo>
                <a:lnTo>
                  <a:pt x="4809237" y="3329128"/>
                </a:lnTo>
                <a:lnTo>
                  <a:pt x="4811034" y="3338108"/>
                </a:lnTo>
                <a:lnTo>
                  <a:pt x="4812381" y="3347089"/>
                </a:lnTo>
                <a:lnTo>
                  <a:pt x="4812830" y="3355621"/>
                </a:lnTo>
                <a:lnTo>
                  <a:pt x="4812830" y="3363704"/>
                </a:lnTo>
                <a:lnTo>
                  <a:pt x="4811932" y="3371338"/>
                </a:lnTo>
                <a:lnTo>
                  <a:pt x="4811034" y="3378073"/>
                </a:lnTo>
                <a:lnTo>
                  <a:pt x="4809237" y="3384809"/>
                </a:lnTo>
                <a:lnTo>
                  <a:pt x="4806992" y="3391545"/>
                </a:lnTo>
                <a:lnTo>
                  <a:pt x="4804298" y="3397382"/>
                </a:lnTo>
                <a:lnTo>
                  <a:pt x="4801155" y="3403220"/>
                </a:lnTo>
                <a:lnTo>
                  <a:pt x="4798011" y="3408159"/>
                </a:lnTo>
                <a:lnTo>
                  <a:pt x="4793970" y="3413099"/>
                </a:lnTo>
                <a:lnTo>
                  <a:pt x="4789929" y="3418038"/>
                </a:lnTo>
                <a:lnTo>
                  <a:pt x="4785438" y="3422529"/>
                </a:lnTo>
                <a:lnTo>
                  <a:pt x="4780050" y="3427019"/>
                </a:lnTo>
                <a:lnTo>
                  <a:pt x="4775110" y="3431061"/>
                </a:lnTo>
                <a:lnTo>
                  <a:pt x="4769722" y="3435102"/>
                </a:lnTo>
                <a:lnTo>
                  <a:pt x="4758495" y="3441838"/>
                </a:lnTo>
                <a:lnTo>
                  <a:pt x="4746371" y="3448573"/>
                </a:lnTo>
                <a:lnTo>
                  <a:pt x="4733349" y="3454860"/>
                </a:lnTo>
                <a:lnTo>
                  <a:pt x="4707304" y="3466984"/>
                </a:lnTo>
                <a:lnTo>
                  <a:pt x="4694282" y="3472822"/>
                </a:lnTo>
                <a:lnTo>
                  <a:pt x="4682158" y="3479108"/>
                </a:lnTo>
                <a:lnTo>
                  <a:pt x="4547444" y="3506500"/>
                </a:lnTo>
                <a:lnTo>
                  <a:pt x="4563610" y="3544669"/>
                </a:lnTo>
                <a:lnTo>
                  <a:pt x="4572591" y="3546914"/>
                </a:lnTo>
                <a:lnTo>
                  <a:pt x="4582021" y="3548261"/>
                </a:lnTo>
                <a:lnTo>
                  <a:pt x="4601779" y="3547812"/>
                </a:lnTo>
                <a:lnTo>
                  <a:pt x="4620639" y="3548710"/>
                </a:lnTo>
                <a:lnTo>
                  <a:pt x="4639947" y="3550058"/>
                </a:lnTo>
                <a:lnTo>
                  <a:pt x="4658359" y="3552303"/>
                </a:lnTo>
                <a:lnTo>
                  <a:pt x="4677218" y="3554997"/>
                </a:lnTo>
                <a:lnTo>
                  <a:pt x="4695180" y="3558589"/>
                </a:lnTo>
                <a:lnTo>
                  <a:pt x="4713591" y="3563080"/>
                </a:lnTo>
                <a:lnTo>
                  <a:pt x="4731553" y="3568019"/>
                </a:lnTo>
                <a:lnTo>
                  <a:pt x="4749514" y="3573857"/>
                </a:lnTo>
                <a:lnTo>
                  <a:pt x="4767027" y="3579695"/>
                </a:lnTo>
                <a:lnTo>
                  <a:pt x="4784540" y="3586430"/>
                </a:lnTo>
                <a:lnTo>
                  <a:pt x="4802053" y="3593166"/>
                </a:lnTo>
                <a:lnTo>
                  <a:pt x="4819116" y="3600800"/>
                </a:lnTo>
                <a:lnTo>
                  <a:pt x="4836629" y="3608882"/>
                </a:lnTo>
                <a:lnTo>
                  <a:pt x="4853244" y="3616965"/>
                </a:lnTo>
                <a:lnTo>
                  <a:pt x="4870757" y="3625497"/>
                </a:lnTo>
                <a:lnTo>
                  <a:pt x="4871206" y="3625497"/>
                </a:lnTo>
                <a:lnTo>
                  <a:pt x="4885575" y="3629089"/>
                </a:lnTo>
                <a:lnTo>
                  <a:pt x="4899046" y="3633131"/>
                </a:lnTo>
                <a:lnTo>
                  <a:pt x="4911171" y="3638070"/>
                </a:lnTo>
                <a:lnTo>
                  <a:pt x="4917008" y="3640765"/>
                </a:lnTo>
                <a:lnTo>
                  <a:pt x="4922397" y="3643459"/>
                </a:lnTo>
                <a:lnTo>
                  <a:pt x="4927785" y="3647051"/>
                </a:lnTo>
                <a:lnTo>
                  <a:pt x="4932725" y="3650195"/>
                </a:lnTo>
                <a:lnTo>
                  <a:pt x="4937664" y="3653338"/>
                </a:lnTo>
                <a:lnTo>
                  <a:pt x="4942155" y="3656930"/>
                </a:lnTo>
                <a:lnTo>
                  <a:pt x="4946196" y="3660972"/>
                </a:lnTo>
                <a:lnTo>
                  <a:pt x="4949789" y="3665013"/>
                </a:lnTo>
                <a:lnTo>
                  <a:pt x="4953381" y="3669054"/>
                </a:lnTo>
                <a:lnTo>
                  <a:pt x="4956973" y="3673545"/>
                </a:lnTo>
                <a:lnTo>
                  <a:pt x="4960117" y="3678035"/>
                </a:lnTo>
                <a:lnTo>
                  <a:pt x="4962811" y="3682975"/>
                </a:lnTo>
                <a:lnTo>
                  <a:pt x="4965505" y="3687914"/>
                </a:lnTo>
                <a:lnTo>
                  <a:pt x="4968199" y="3693303"/>
                </a:lnTo>
                <a:lnTo>
                  <a:pt x="4969996" y="3698691"/>
                </a:lnTo>
                <a:lnTo>
                  <a:pt x="4971792" y="3704080"/>
                </a:lnTo>
                <a:lnTo>
                  <a:pt x="4973588" y="3709918"/>
                </a:lnTo>
                <a:lnTo>
                  <a:pt x="4974935" y="3715755"/>
                </a:lnTo>
                <a:lnTo>
                  <a:pt x="4975833" y="3722491"/>
                </a:lnTo>
                <a:lnTo>
                  <a:pt x="4976731" y="3728777"/>
                </a:lnTo>
                <a:lnTo>
                  <a:pt x="4977180" y="3742249"/>
                </a:lnTo>
                <a:lnTo>
                  <a:pt x="4977180" y="3757067"/>
                </a:lnTo>
                <a:lnTo>
                  <a:pt x="4975833" y="3771886"/>
                </a:lnTo>
                <a:lnTo>
                  <a:pt x="4974935" y="3784908"/>
                </a:lnTo>
                <a:lnTo>
                  <a:pt x="4974037" y="3797930"/>
                </a:lnTo>
                <a:lnTo>
                  <a:pt x="4974037" y="3810504"/>
                </a:lnTo>
                <a:lnTo>
                  <a:pt x="4974486" y="3823526"/>
                </a:lnTo>
                <a:lnTo>
                  <a:pt x="4975384" y="3849571"/>
                </a:lnTo>
                <a:lnTo>
                  <a:pt x="4975833" y="3876064"/>
                </a:lnTo>
                <a:lnTo>
                  <a:pt x="4975833" y="3888638"/>
                </a:lnTo>
                <a:lnTo>
                  <a:pt x="4975384" y="3901660"/>
                </a:lnTo>
                <a:lnTo>
                  <a:pt x="4974037" y="3914682"/>
                </a:lnTo>
                <a:lnTo>
                  <a:pt x="4972241" y="3927255"/>
                </a:lnTo>
                <a:lnTo>
                  <a:pt x="4969547" y="3940278"/>
                </a:lnTo>
                <a:lnTo>
                  <a:pt x="4965056" y="3952851"/>
                </a:lnTo>
                <a:lnTo>
                  <a:pt x="4962811" y="3959138"/>
                </a:lnTo>
                <a:lnTo>
                  <a:pt x="4960566" y="3965424"/>
                </a:lnTo>
                <a:lnTo>
                  <a:pt x="4957422" y="3971262"/>
                </a:lnTo>
                <a:lnTo>
                  <a:pt x="4954279" y="3977997"/>
                </a:lnTo>
                <a:lnTo>
                  <a:pt x="4951585" y="3984733"/>
                </a:lnTo>
                <a:lnTo>
                  <a:pt x="4948441" y="3991918"/>
                </a:lnTo>
                <a:lnTo>
                  <a:pt x="4945298" y="3998205"/>
                </a:lnTo>
                <a:lnTo>
                  <a:pt x="4941706" y="4004940"/>
                </a:lnTo>
                <a:lnTo>
                  <a:pt x="4934072" y="4017513"/>
                </a:lnTo>
                <a:lnTo>
                  <a:pt x="4925540" y="4029638"/>
                </a:lnTo>
                <a:lnTo>
                  <a:pt x="4916559" y="4040864"/>
                </a:lnTo>
                <a:lnTo>
                  <a:pt x="4907129" y="4052090"/>
                </a:lnTo>
                <a:lnTo>
                  <a:pt x="4897250" y="4062867"/>
                </a:lnTo>
                <a:lnTo>
                  <a:pt x="4886922" y="4073195"/>
                </a:lnTo>
                <a:lnTo>
                  <a:pt x="4866266" y="4093851"/>
                </a:lnTo>
                <a:lnTo>
                  <a:pt x="4845161" y="4114058"/>
                </a:lnTo>
                <a:lnTo>
                  <a:pt x="4834833" y="4125284"/>
                </a:lnTo>
                <a:lnTo>
                  <a:pt x="4825403" y="4136061"/>
                </a:lnTo>
                <a:lnTo>
                  <a:pt x="4815524" y="4147287"/>
                </a:lnTo>
                <a:lnTo>
                  <a:pt x="4806992" y="4159412"/>
                </a:lnTo>
                <a:lnTo>
                  <a:pt x="4799808" y="4168842"/>
                </a:lnTo>
                <a:lnTo>
                  <a:pt x="4791725" y="4177823"/>
                </a:lnTo>
                <a:lnTo>
                  <a:pt x="4783642" y="4185456"/>
                </a:lnTo>
                <a:lnTo>
                  <a:pt x="4774212" y="4192192"/>
                </a:lnTo>
                <a:lnTo>
                  <a:pt x="4764782" y="4198479"/>
                </a:lnTo>
                <a:lnTo>
                  <a:pt x="4755352" y="4203867"/>
                </a:lnTo>
                <a:lnTo>
                  <a:pt x="4745024" y="4207909"/>
                </a:lnTo>
                <a:lnTo>
                  <a:pt x="4734696" y="4211501"/>
                </a:lnTo>
                <a:lnTo>
                  <a:pt x="4724368" y="4214195"/>
                </a:lnTo>
                <a:lnTo>
                  <a:pt x="4713142" y="4215991"/>
                </a:lnTo>
                <a:lnTo>
                  <a:pt x="4701916" y="4217338"/>
                </a:lnTo>
                <a:lnTo>
                  <a:pt x="4690690" y="4217788"/>
                </a:lnTo>
                <a:lnTo>
                  <a:pt x="4679014" y="4217788"/>
                </a:lnTo>
                <a:lnTo>
                  <a:pt x="4666890" y="4217338"/>
                </a:lnTo>
                <a:lnTo>
                  <a:pt x="4655216" y="4216440"/>
                </a:lnTo>
                <a:lnTo>
                  <a:pt x="4643091" y="4214644"/>
                </a:lnTo>
                <a:lnTo>
                  <a:pt x="4583817" y="4216889"/>
                </a:lnTo>
                <a:lnTo>
                  <a:pt x="4563610" y="4217338"/>
                </a:lnTo>
                <a:lnTo>
                  <a:pt x="4531728" y="4220931"/>
                </a:lnTo>
                <a:lnTo>
                  <a:pt x="4500294" y="4224074"/>
                </a:lnTo>
                <a:lnTo>
                  <a:pt x="4468412" y="4226768"/>
                </a:lnTo>
                <a:lnTo>
                  <a:pt x="4436979" y="4228565"/>
                </a:lnTo>
                <a:lnTo>
                  <a:pt x="4405097" y="4230361"/>
                </a:lnTo>
                <a:lnTo>
                  <a:pt x="4373664" y="4231708"/>
                </a:lnTo>
                <a:lnTo>
                  <a:pt x="4310797" y="4233953"/>
                </a:lnTo>
                <a:lnTo>
                  <a:pt x="4306757" y="4233953"/>
                </a:lnTo>
                <a:lnTo>
                  <a:pt x="4303164" y="4233953"/>
                </a:lnTo>
                <a:lnTo>
                  <a:pt x="4245686" y="4234851"/>
                </a:lnTo>
                <a:lnTo>
                  <a:pt x="4187759" y="4235300"/>
                </a:lnTo>
                <a:lnTo>
                  <a:pt x="4130730" y="4235749"/>
                </a:lnTo>
                <a:lnTo>
                  <a:pt x="4072804" y="4236647"/>
                </a:lnTo>
                <a:lnTo>
                  <a:pt x="3663724" y="4242485"/>
                </a:lnTo>
                <a:lnTo>
                  <a:pt x="3622860" y="4242485"/>
                </a:lnTo>
                <a:lnTo>
                  <a:pt x="3420341" y="4257303"/>
                </a:lnTo>
                <a:lnTo>
                  <a:pt x="3414055" y="4259549"/>
                </a:lnTo>
                <a:lnTo>
                  <a:pt x="3407319" y="4261345"/>
                </a:lnTo>
                <a:lnTo>
                  <a:pt x="3401032" y="4262692"/>
                </a:lnTo>
                <a:lnTo>
                  <a:pt x="3394746" y="4263590"/>
                </a:lnTo>
                <a:lnTo>
                  <a:pt x="3388459" y="4264488"/>
                </a:lnTo>
                <a:lnTo>
                  <a:pt x="3382172" y="4264937"/>
                </a:lnTo>
                <a:lnTo>
                  <a:pt x="3369150" y="4264937"/>
                </a:lnTo>
                <a:lnTo>
                  <a:pt x="3356577" y="4264488"/>
                </a:lnTo>
                <a:lnTo>
                  <a:pt x="3343554" y="4263590"/>
                </a:lnTo>
                <a:lnTo>
                  <a:pt x="3317959" y="4260447"/>
                </a:lnTo>
                <a:lnTo>
                  <a:pt x="3326042" y="4265835"/>
                </a:lnTo>
                <a:lnTo>
                  <a:pt x="3334574" y="4271224"/>
                </a:lnTo>
                <a:lnTo>
                  <a:pt x="3343554" y="4275714"/>
                </a:lnTo>
                <a:lnTo>
                  <a:pt x="3352086" y="4279307"/>
                </a:lnTo>
                <a:lnTo>
                  <a:pt x="3361067" y="4282899"/>
                </a:lnTo>
                <a:lnTo>
                  <a:pt x="3369599" y="4286042"/>
                </a:lnTo>
                <a:lnTo>
                  <a:pt x="3379029" y="4289186"/>
                </a:lnTo>
                <a:lnTo>
                  <a:pt x="3388010" y="4291431"/>
                </a:lnTo>
                <a:lnTo>
                  <a:pt x="3396991" y="4293676"/>
                </a:lnTo>
                <a:lnTo>
                  <a:pt x="3405972" y="4295472"/>
                </a:lnTo>
                <a:lnTo>
                  <a:pt x="3424383" y="4298167"/>
                </a:lnTo>
                <a:lnTo>
                  <a:pt x="3442793" y="4299963"/>
                </a:lnTo>
                <a:lnTo>
                  <a:pt x="3461653" y="4301310"/>
                </a:lnTo>
                <a:lnTo>
                  <a:pt x="3480513" y="4302208"/>
                </a:lnTo>
                <a:lnTo>
                  <a:pt x="3499373" y="4302657"/>
                </a:lnTo>
                <a:lnTo>
                  <a:pt x="3537093" y="4303555"/>
                </a:lnTo>
                <a:lnTo>
                  <a:pt x="3555953" y="4304004"/>
                </a:lnTo>
                <a:lnTo>
                  <a:pt x="3574813" y="4305351"/>
                </a:lnTo>
                <a:lnTo>
                  <a:pt x="3593223" y="4308046"/>
                </a:lnTo>
                <a:lnTo>
                  <a:pt x="3611634" y="4310740"/>
                </a:lnTo>
                <a:lnTo>
                  <a:pt x="3644415" y="4316577"/>
                </a:lnTo>
                <a:lnTo>
                  <a:pt x="3676746" y="4321068"/>
                </a:lnTo>
                <a:lnTo>
                  <a:pt x="3709526" y="4325558"/>
                </a:lnTo>
                <a:lnTo>
                  <a:pt x="3741857" y="4329600"/>
                </a:lnTo>
                <a:lnTo>
                  <a:pt x="3774638" y="4332743"/>
                </a:lnTo>
                <a:lnTo>
                  <a:pt x="3807418" y="4336335"/>
                </a:lnTo>
                <a:lnTo>
                  <a:pt x="3873428" y="4343071"/>
                </a:lnTo>
                <a:lnTo>
                  <a:pt x="3906208" y="4346214"/>
                </a:lnTo>
                <a:lnTo>
                  <a:pt x="3938988" y="4349807"/>
                </a:lnTo>
                <a:lnTo>
                  <a:pt x="3971768" y="4353399"/>
                </a:lnTo>
                <a:lnTo>
                  <a:pt x="4004549" y="4357890"/>
                </a:lnTo>
                <a:lnTo>
                  <a:pt x="4036880" y="4362829"/>
                </a:lnTo>
                <a:lnTo>
                  <a:pt x="4069211" y="4368667"/>
                </a:lnTo>
                <a:lnTo>
                  <a:pt x="4101992" y="4374953"/>
                </a:lnTo>
                <a:lnTo>
                  <a:pt x="4134323" y="4383036"/>
                </a:lnTo>
                <a:lnTo>
                  <a:pt x="5009961" y="4510565"/>
                </a:lnTo>
                <a:lnTo>
                  <a:pt x="5028371" y="4513259"/>
                </a:lnTo>
                <a:lnTo>
                  <a:pt x="5047231" y="4516402"/>
                </a:lnTo>
                <a:lnTo>
                  <a:pt x="5065642" y="4520444"/>
                </a:lnTo>
                <a:lnTo>
                  <a:pt x="5084053" y="4525383"/>
                </a:lnTo>
                <a:lnTo>
                  <a:pt x="5101566" y="4531221"/>
                </a:lnTo>
                <a:lnTo>
                  <a:pt x="5119528" y="4536610"/>
                </a:lnTo>
                <a:lnTo>
                  <a:pt x="5137040" y="4542896"/>
                </a:lnTo>
                <a:lnTo>
                  <a:pt x="5155002" y="4549183"/>
                </a:lnTo>
                <a:lnTo>
                  <a:pt x="5190028" y="4562205"/>
                </a:lnTo>
                <a:lnTo>
                  <a:pt x="5225053" y="4575676"/>
                </a:lnTo>
                <a:lnTo>
                  <a:pt x="5243015" y="4581514"/>
                </a:lnTo>
                <a:lnTo>
                  <a:pt x="5260528" y="4587352"/>
                </a:lnTo>
                <a:lnTo>
                  <a:pt x="5278939" y="4592740"/>
                </a:lnTo>
                <a:lnTo>
                  <a:pt x="5296900" y="4597680"/>
                </a:lnTo>
                <a:lnTo>
                  <a:pt x="5304534" y="4600374"/>
                </a:lnTo>
                <a:lnTo>
                  <a:pt x="5311719" y="4603068"/>
                </a:lnTo>
                <a:lnTo>
                  <a:pt x="5318455" y="4607110"/>
                </a:lnTo>
                <a:lnTo>
                  <a:pt x="5321598" y="4609355"/>
                </a:lnTo>
                <a:lnTo>
                  <a:pt x="5324292" y="4611600"/>
                </a:lnTo>
                <a:lnTo>
                  <a:pt x="5326986" y="4614294"/>
                </a:lnTo>
                <a:lnTo>
                  <a:pt x="5329232" y="4616989"/>
                </a:lnTo>
                <a:lnTo>
                  <a:pt x="5331028" y="4620132"/>
                </a:lnTo>
                <a:lnTo>
                  <a:pt x="5332824" y="4623275"/>
                </a:lnTo>
                <a:lnTo>
                  <a:pt x="5334171" y="4626868"/>
                </a:lnTo>
                <a:lnTo>
                  <a:pt x="5335069" y="4630460"/>
                </a:lnTo>
                <a:lnTo>
                  <a:pt x="5335518" y="4634501"/>
                </a:lnTo>
                <a:lnTo>
                  <a:pt x="5335518" y="4639441"/>
                </a:lnTo>
                <a:lnTo>
                  <a:pt x="5335069" y="4659648"/>
                </a:lnTo>
                <a:lnTo>
                  <a:pt x="5335069" y="4680304"/>
                </a:lnTo>
                <a:lnTo>
                  <a:pt x="5335518" y="4700960"/>
                </a:lnTo>
                <a:lnTo>
                  <a:pt x="5336416" y="4722065"/>
                </a:lnTo>
                <a:lnTo>
                  <a:pt x="5337314" y="4742721"/>
                </a:lnTo>
                <a:lnTo>
                  <a:pt x="5338213" y="4763826"/>
                </a:lnTo>
                <a:lnTo>
                  <a:pt x="5338213" y="4784482"/>
                </a:lnTo>
                <a:lnTo>
                  <a:pt x="5337763" y="4805138"/>
                </a:lnTo>
                <a:lnTo>
                  <a:pt x="5336416" y="4825795"/>
                </a:lnTo>
                <a:lnTo>
                  <a:pt x="5335518" y="4835674"/>
                </a:lnTo>
                <a:lnTo>
                  <a:pt x="5334171" y="4845553"/>
                </a:lnTo>
                <a:lnTo>
                  <a:pt x="5332375" y="4855432"/>
                </a:lnTo>
                <a:lnTo>
                  <a:pt x="5330130" y="4865760"/>
                </a:lnTo>
                <a:lnTo>
                  <a:pt x="5327885" y="4875639"/>
                </a:lnTo>
                <a:lnTo>
                  <a:pt x="5324741" y="4885518"/>
                </a:lnTo>
                <a:lnTo>
                  <a:pt x="5321598" y="4895397"/>
                </a:lnTo>
                <a:lnTo>
                  <a:pt x="5317556" y="4905276"/>
                </a:lnTo>
                <a:lnTo>
                  <a:pt x="5313515" y="4914705"/>
                </a:lnTo>
                <a:lnTo>
                  <a:pt x="5308576" y="4924135"/>
                </a:lnTo>
                <a:lnTo>
                  <a:pt x="5303187" y="4934014"/>
                </a:lnTo>
                <a:lnTo>
                  <a:pt x="5296900" y="4942995"/>
                </a:lnTo>
                <a:lnTo>
                  <a:pt x="5290165" y="4951976"/>
                </a:lnTo>
                <a:lnTo>
                  <a:pt x="5282980" y="4960957"/>
                </a:lnTo>
                <a:lnTo>
                  <a:pt x="5266814" y="4978021"/>
                </a:lnTo>
                <a:lnTo>
                  <a:pt x="5260079" y="4985206"/>
                </a:lnTo>
                <a:lnTo>
                  <a:pt x="5257833" y="4988349"/>
                </a:lnTo>
                <a:lnTo>
                  <a:pt x="5269509" y="5000473"/>
                </a:lnTo>
                <a:lnTo>
                  <a:pt x="5273999" y="5006311"/>
                </a:lnTo>
                <a:lnTo>
                  <a:pt x="5277591" y="5011699"/>
                </a:lnTo>
                <a:lnTo>
                  <a:pt x="5281184" y="5016190"/>
                </a:lnTo>
                <a:lnTo>
                  <a:pt x="5283429" y="5020680"/>
                </a:lnTo>
                <a:lnTo>
                  <a:pt x="5285674" y="5024721"/>
                </a:lnTo>
                <a:lnTo>
                  <a:pt x="5287021" y="5028763"/>
                </a:lnTo>
                <a:lnTo>
                  <a:pt x="5287919" y="5031906"/>
                </a:lnTo>
                <a:lnTo>
                  <a:pt x="5288369" y="5035050"/>
                </a:lnTo>
                <a:lnTo>
                  <a:pt x="5288369" y="5038193"/>
                </a:lnTo>
                <a:lnTo>
                  <a:pt x="5287919" y="5040438"/>
                </a:lnTo>
                <a:lnTo>
                  <a:pt x="5286572" y="5043132"/>
                </a:lnTo>
                <a:lnTo>
                  <a:pt x="5285225" y="5045378"/>
                </a:lnTo>
                <a:lnTo>
                  <a:pt x="5283429" y="5047174"/>
                </a:lnTo>
                <a:lnTo>
                  <a:pt x="5281184" y="5048970"/>
                </a:lnTo>
                <a:lnTo>
                  <a:pt x="5278939" y="5050317"/>
                </a:lnTo>
                <a:lnTo>
                  <a:pt x="5275795" y="5051664"/>
                </a:lnTo>
                <a:lnTo>
                  <a:pt x="5269509" y="5053460"/>
                </a:lnTo>
                <a:lnTo>
                  <a:pt x="5261875" y="5055257"/>
                </a:lnTo>
                <a:lnTo>
                  <a:pt x="5253792" y="5056155"/>
                </a:lnTo>
                <a:lnTo>
                  <a:pt x="5235830" y="5057502"/>
                </a:lnTo>
                <a:lnTo>
                  <a:pt x="5217419" y="5058400"/>
                </a:lnTo>
                <a:lnTo>
                  <a:pt x="5203948" y="5076362"/>
                </a:lnTo>
                <a:lnTo>
                  <a:pt x="5197212" y="5085343"/>
                </a:lnTo>
                <a:lnTo>
                  <a:pt x="5190028" y="5093874"/>
                </a:lnTo>
                <a:lnTo>
                  <a:pt x="5182843" y="5102406"/>
                </a:lnTo>
                <a:lnTo>
                  <a:pt x="5175209" y="5110040"/>
                </a:lnTo>
                <a:lnTo>
                  <a:pt x="5167575" y="5117674"/>
                </a:lnTo>
                <a:lnTo>
                  <a:pt x="5159493" y="5123960"/>
                </a:lnTo>
                <a:lnTo>
                  <a:pt x="5150512" y="5129349"/>
                </a:lnTo>
                <a:lnTo>
                  <a:pt x="5146021" y="5132043"/>
                </a:lnTo>
                <a:lnTo>
                  <a:pt x="5141531" y="5134288"/>
                </a:lnTo>
                <a:lnTo>
                  <a:pt x="5137040" y="5136085"/>
                </a:lnTo>
                <a:lnTo>
                  <a:pt x="5132101" y="5137881"/>
                </a:lnTo>
                <a:lnTo>
                  <a:pt x="5127161" y="5139228"/>
                </a:lnTo>
                <a:lnTo>
                  <a:pt x="5121773" y="5140575"/>
                </a:lnTo>
                <a:lnTo>
                  <a:pt x="5116384" y="5141024"/>
                </a:lnTo>
                <a:lnTo>
                  <a:pt x="5110547" y="5141473"/>
                </a:lnTo>
                <a:lnTo>
                  <a:pt x="5104709" y="5141922"/>
                </a:lnTo>
                <a:lnTo>
                  <a:pt x="5098872" y="5141473"/>
                </a:lnTo>
                <a:lnTo>
                  <a:pt x="5093034" y="5141024"/>
                </a:lnTo>
                <a:lnTo>
                  <a:pt x="5086747" y="5140126"/>
                </a:lnTo>
                <a:lnTo>
                  <a:pt x="5080012" y="5138779"/>
                </a:lnTo>
                <a:lnTo>
                  <a:pt x="5072827" y="5136983"/>
                </a:lnTo>
                <a:lnTo>
                  <a:pt x="4999633" y="5142820"/>
                </a:lnTo>
                <a:lnTo>
                  <a:pt x="4942604" y="5149556"/>
                </a:lnTo>
                <a:lnTo>
                  <a:pt x="4913865" y="5153148"/>
                </a:lnTo>
                <a:lnTo>
                  <a:pt x="4885126" y="5155843"/>
                </a:lnTo>
                <a:lnTo>
                  <a:pt x="4856836" y="5158537"/>
                </a:lnTo>
                <a:lnTo>
                  <a:pt x="4828097" y="5160333"/>
                </a:lnTo>
                <a:lnTo>
                  <a:pt x="4799358" y="5162129"/>
                </a:lnTo>
                <a:lnTo>
                  <a:pt x="4770620" y="5163476"/>
                </a:lnTo>
                <a:lnTo>
                  <a:pt x="4741881" y="5163925"/>
                </a:lnTo>
                <a:lnTo>
                  <a:pt x="4713591" y="5164374"/>
                </a:lnTo>
                <a:lnTo>
                  <a:pt x="4684852" y="5163925"/>
                </a:lnTo>
                <a:lnTo>
                  <a:pt x="4656113" y="5162578"/>
                </a:lnTo>
                <a:lnTo>
                  <a:pt x="4627375" y="5160782"/>
                </a:lnTo>
                <a:lnTo>
                  <a:pt x="4599085" y="5158088"/>
                </a:lnTo>
                <a:lnTo>
                  <a:pt x="4570346" y="5154496"/>
                </a:lnTo>
                <a:lnTo>
                  <a:pt x="4541607" y="5149556"/>
                </a:lnTo>
                <a:lnTo>
                  <a:pt x="4538015" y="5149107"/>
                </a:lnTo>
                <a:lnTo>
                  <a:pt x="4534871" y="5149107"/>
                </a:lnTo>
                <a:lnTo>
                  <a:pt x="4531279" y="5149107"/>
                </a:lnTo>
                <a:lnTo>
                  <a:pt x="4528135" y="5149556"/>
                </a:lnTo>
                <a:lnTo>
                  <a:pt x="4521400" y="5151801"/>
                </a:lnTo>
                <a:lnTo>
                  <a:pt x="4515113" y="5154046"/>
                </a:lnTo>
                <a:lnTo>
                  <a:pt x="4509275" y="5156741"/>
                </a:lnTo>
                <a:lnTo>
                  <a:pt x="4503438" y="5159884"/>
                </a:lnTo>
                <a:lnTo>
                  <a:pt x="4491763" y="5166171"/>
                </a:lnTo>
                <a:lnTo>
                  <a:pt x="4485925" y="5168865"/>
                </a:lnTo>
                <a:lnTo>
                  <a:pt x="4479639" y="5171110"/>
                </a:lnTo>
                <a:lnTo>
                  <a:pt x="4473801" y="5172906"/>
                </a:lnTo>
                <a:lnTo>
                  <a:pt x="4467964" y="5173355"/>
                </a:lnTo>
                <a:lnTo>
                  <a:pt x="4464820" y="5173355"/>
                </a:lnTo>
                <a:lnTo>
                  <a:pt x="4461677" y="5172906"/>
                </a:lnTo>
                <a:lnTo>
                  <a:pt x="4458533" y="5172008"/>
                </a:lnTo>
                <a:lnTo>
                  <a:pt x="4455390" y="5171110"/>
                </a:lnTo>
                <a:lnTo>
                  <a:pt x="4452247" y="5169763"/>
                </a:lnTo>
                <a:lnTo>
                  <a:pt x="4449103" y="5167967"/>
                </a:lnTo>
                <a:lnTo>
                  <a:pt x="4445062" y="5165273"/>
                </a:lnTo>
                <a:lnTo>
                  <a:pt x="4441919" y="5162578"/>
                </a:lnTo>
                <a:lnTo>
                  <a:pt x="4438327" y="5164374"/>
                </a:lnTo>
                <a:lnTo>
                  <a:pt x="4434734" y="5165722"/>
                </a:lnTo>
                <a:lnTo>
                  <a:pt x="4431142" y="5166620"/>
                </a:lnTo>
                <a:lnTo>
                  <a:pt x="4427550" y="5167069"/>
                </a:lnTo>
                <a:lnTo>
                  <a:pt x="4420814" y="5167518"/>
                </a:lnTo>
                <a:lnTo>
                  <a:pt x="4414078" y="5167069"/>
                </a:lnTo>
                <a:lnTo>
                  <a:pt x="4395218" y="5169763"/>
                </a:lnTo>
                <a:lnTo>
                  <a:pt x="4376808" y="5171559"/>
                </a:lnTo>
                <a:lnTo>
                  <a:pt x="4357947" y="5173355"/>
                </a:lnTo>
                <a:lnTo>
                  <a:pt x="4339087" y="5174253"/>
                </a:lnTo>
                <a:lnTo>
                  <a:pt x="4320228" y="5175152"/>
                </a:lnTo>
                <a:lnTo>
                  <a:pt x="4301817" y="5175601"/>
                </a:lnTo>
                <a:lnTo>
                  <a:pt x="4264097" y="5175601"/>
                </a:lnTo>
                <a:lnTo>
                  <a:pt x="4188657" y="5175152"/>
                </a:lnTo>
                <a:lnTo>
                  <a:pt x="4150937" y="5175601"/>
                </a:lnTo>
                <a:lnTo>
                  <a:pt x="4132527" y="5176050"/>
                </a:lnTo>
                <a:lnTo>
                  <a:pt x="4113667" y="5176499"/>
                </a:lnTo>
                <a:lnTo>
                  <a:pt x="4093011" y="5176499"/>
                </a:lnTo>
                <a:lnTo>
                  <a:pt x="4000956" y="5177846"/>
                </a:lnTo>
                <a:lnTo>
                  <a:pt x="3955154" y="5179193"/>
                </a:lnTo>
                <a:lnTo>
                  <a:pt x="3932702" y="5180091"/>
                </a:lnTo>
                <a:lnTo>
                  <a:pt x="3909800" y="5180989"/>
                </a:lnTo>
                <a:lnTo>
                  <a:pt x="3901717" y="5181438"/>
                </a:lnTo>
                <a:lnTo>
                  <a:pt x="3894084" y="5181438"/>
                </a:lnTo>
                <a:lnTo>
                  <a:pt x="3886001" y="5180989"/>
                </a:lnTo>
                <a:lnTo>
                  <a:pt x="3879265" y="5180091"/>
                </a:lnTo>
                <a:lnTo>
                  <a:pt x="3872979" y="5178744"/>
                </a:lnTo>
                <a:lnTo>
                  <a:pt x="3867141" y="5176948"/>
                </a:lnTo>
                <a:lnTo>
                  <a:pt x="3861752" y="5174253"/>
                </a:lnTo>
                <a:lnTo>
                  <a:pt x="3857262" y="5171559"/>
                </a:lnTo>
                <a:lnTo>
                  <a:pt x="3852322" y="5167518"/>
                </a:lnTo>
                <a:lnTo>
                  <a:pt x="3848730" y="5163476"/>
                </a:lnTo>
                <a:lnTo>
                  <a:pt x="3845587" y="5158537"/>
                </a:lnTo>
                <a:lnTo>
                  <a:pt x="3843342" y="5152699"/>
                </a:lnTo>
                <a:lnTo>
                  <a:pt x="3841545" y="5145964"/>
                </a:lnTo>
                <a:lnTo>
                  <a:pt x="3840198" y="5138330"/>
                </a:lnTo>
                <a:lnTo>
                  <a:pt x="3839749" y="5130247"/>
                </a:lnTo>
                <a:lnTo>
                  <a:pt x="3840198" y="5121266"/>
                </a:lnTo>
                <a:lnTo>
                  <a:pt x="3828972" y="5139228"/>
                </a:lnTo>
                <a:lnTo>
                  <a:pt x="3828523" y="5145515"/>
                </a:lnTo>
                <a:lnTo>
                  <a:pt x="3828074" y="5151352"/>
                </a:lnTo>
                <a:lnTo>
                  <a:pt x="3827176" y="5156292"/>
                </a:lnTo>
                <a:lnTo>
                  <a:pt x="3826278" y="5160782"/>
                </a:lnTo>
                <a:lnTo>
                  <a:pt x="3824931" y="5164824"/>
                </a:lnTo>
                <a:lnTo>
                  <a:pt x="3823584" y="5168416"/>
                </a:lnTo>
                <a:lnTo>
                  <a:pt x="3821787" y="5171110"/>
                </a:lnTo>
                <a:lnTo>
                  <a:pt x="3819542" y="5173804"/>
                </a:lnTo>
                <a:lnTo>
                  <a:pt x="3817297" y="5175601"/>
                </a:lnTo>
                <a:lnTo>
                  <a:pt x="3814603" y="5177397"/>
                </a:lnTo>
                <a:lnTo>
                  <a:pt x="3812357" y="5178744"/>
                </a:lnTo>
                <a:lnTo>
                  <a:pt x="3809663" y="5180091"/>
                </a:lnTo>
                <a:lnTo>
                  <a:pt x="3806969" y="5180540"/>
                </a:lnTo>
                <a:lnTo>
                  <a:pt x="3803826" y="5180989"/>
                </a:lnTo>
                <a:lnTo>
                  <a:pt x="3797988" y="5181438"/>
                </a:lnTo>
                <a:lnTo>
                  <a:pt x="3791252" y="5180989"/>
                </a:lnTo>
                <a:lnTo>
                  <a:pt x="3784966" y="5180091"/>
                </a:lnTo>
                <a:lnTo>
                  <a:pt x="3770596" y="5177846"/>
                </a:lnTo>
                <a:lnTo>
                  <a:pt x="3764310" y="5176948"/>
                </a:lnTo>
                <a:lnTo>
                  <a:pt x="3757574" y="5176499"/>
                </a:lnTo>
                <a:lnTo>
                  <a:pt x="3751736" y="5176948"/>
                </a:lnTo>
                <a:lnTo>
                  <a:pt x="3748593" y="5177397"/>
                </a:lnTo>
                <a:lnTo>
                  <a:pt x="3745899" y="5177846"/>
                </a:lnTo>
                <a:lnTo>
                  <a:pt x="3705036" y="5181438"/>
                </a:lnTo>
                <a:lnTo>
                  <a:pt x="3711322" y="5186827"/>
                </a:lnTo>
                <a:lnTo>
                  <a:pt x="3717160" y="5192664"/>
                </a:lnTo>
                <a:lnTo>
                  <a:pt x="3723447" y="5197155"/>
                </a:lnTo>
                <a:lnTo>
                  <a:pt x="3729733" y="5201196"/>
                </a:lnTo>
                <a:lnTo>
                  <a:pt x="3736020" y="5205238"/>
                </a:lnTo>
                <a:lnTo>
                  <a:pt x="3742755" y="5208830"/>
                </a:lnTo>
                <a:lnTo>
                  <a:pt x="3749940" y="5211973"/>
                </a:lnTo>
                <a:lnTo>
                  <a:pt x="3756676" y="5214668"/>
                </a:lnTo>
                <a:lnTo>
                  <a:pt x="3763412" y="5217362"/>
                </a:lnTo>
                <a:lnTo>
                  <a:pt x="3770596" y="5219607"/>
                </a:lnTo>
                <a:lnTo>
                  <a:pt x="3784966" y="5223648"/>
                </a:lnTo>
                <a:lnTo>
                  <a:pt x="3799784" y="5227241"/>
                </a:lnTo>
                <a:lnTo>
                  <a:pt x="3814154" y="5230384"/>
                </a:lnTo>
                <a:lnTo>
                  <a:pt x="3844240" y="5235324"/>
                </a:lnTo>
                <a:lnTo>
                  <a:pt x="3859058" y="5238018"/>
                </a:lnTo>
                <a:lnTo>
                  <a:pt x="3873877" y="5241161"/>
                </a:lnTo>
                <a:lnTo>
                  <a:pt x="3888246" y="5244754"/>
                </a:lnTo>
                <a:lnTo>
                  <a:pt x="3902616" y="5249244"/>
                </a:lnTo>
                <a:lnTo>
                  <a:pt x="3909351" y="5251938"/>
                </a:lnTo>
                <a:lnTo>
                  <a:pt x="3916087" y="5255082"/>
                </a:lnTo>
                <a:lnTo>
                  <a:pt x="3922823" y="5258225"/>
                </a:lnTo>
                <a:lnTo>
                  <a:pt x="3930007" y="5262266"/>
                </a:lnTo>
                <a:lnTo>
                  <a:pt x="3938539" y="5263613"/>
                </a:lnTo>
                <a:lnTo>
                  <a:pt x="3947071" y="5265410"/>
                </a:lnTo>
                <a:lnTo>
                  <a:pt x="3955603" y="5267655"/>
                </a:lnTo>
                <a:lnTo>
                  <a:pt x="3963686" y="5270349"/>
                </a:lnTo>
                <a:lnTo>
                  <a:pt x="3972218" y="5273043"/>
                </a:lnTo>
                <a:lnTo>
                  <a:pt x="3979851" y="5276187"/>
                </a:lnTo>
                <a:lnTo>
                  <a:pt x="3987485" y="5279779"/>
                </a:lnTo>
                <a:lnTo>
                  <a:pt x="3995119" y="5283371"/>
                </a:lnTo>
                <a:lnTo>
                  <a:pt x="4002753" y="5287413"/>
                </a:lnTo>
                <a:lnTo>
                  <a:pt x="4010386" y="5291454"/>
                </a:lnTo>
                <a:lnTo>
                  <a:pt x="4024756" y="5301333"/>
                </a:lnTo>
                <a:lnTo>
                  <a:pt x="4038676" y="5311212"/>
                </a:lnTo>
                <a:lnTo>
                  <a:pt x="4052597" y="5321989"/>
                </a:lnTo>
                <a:lnTo>
                  <a:pt x="4055740" y="5327827"/>
                </a:lnTo>
                <a:lnTo>
                  <a:pt x="4058434" y="5333215"/>
                </a:lnTo>
                <a:lnTo>
                  <a:pt x="4060679" y="5339502"/>
                </a:lnTo>
                <a:lnTo>
                  <a:pt x="4062476" y="5345340"/>
                </a:lnTo>
                <a:lnTo>
                  <a:pt x="4063823" y="5351177"/>
                </a:lnTo>
                <a:lnTo>
                  <a:pt x="4065170" y="5356566"/>
                </a:lnTo>
                <a:lnTo>
                  <a:pt x="4066068" y="5362403"/>
                </a:lnTo>
                <a:lnTo>
                  <a:pt x="4066517" y="5368241"/>
                </a:lnTo>
                <a:lnTo>
                  <a:pt x="4066966" y="5379916"/>
                </a:lnTo>
                <a:lnTo>
                  <a:pt x="4066517" y="5391142"/>
                </a:lnTo>
                <a:lnTo>
                  <a:pt x="4065170" y="5402368"/>
                </a:lnTo>
                <a:lnTo>
                  <a:pt x="4063823" y="5414044"/>
                </a:lnTo>
                <a:lnTo>
                  <a:pt x="4061577" y="5425270"/>
                </a:lnTo>
                <a:lnTo>
                  <a:pt x="4058883" y="5436945"/>
                </a:lnTo>
                <a:lnTo>
                  <a:pt x="4053944" y="5459846"/>
                </a:lnTo>
                <a:lnTo>
                  <a:pt x="4051698" y="5471072"/>
                </a:lnTo>
                <a:lnTo>
                  <a:pt x="4049902" y="5482747"/>
                </a:lnTo>
                <a:lnTo>
                  <a:pt x="4048555" y="5493974"/>
                </a:lnTo>
                <a:lnTo>
                  <a:pt x="4048106" y="5505649"/>
                </a:lnTo>
                <a:lnTo>
                  <a:pt x="4049453" y="5517324"/>
                </a:lnTo>
                <a:lnTo>
                  <a:pt x="4050351" y="5529448"/>
                </a:lnTo>
                <a:lnTo>
                  <a:pt x="4050351" y="5541572"/>
                </a:lnTo>
                <a:lnTo>
                  <a:pt x="4049902" y="5553697"/>
                </a:lnTo>
                <a:lnTo>
                  <a:pt x="4048555" y="5566719"/>
                </a:lnTo>
                <a:lnTo>
                  <a:pt x="4046759" y="5579292"/>
                </a:lnTo>
                <a:lnTo>
                  <a:pt x="4044514" y="5591416"/>
                </a:lnTo>
                <a:lnTo>
                  <a:pt x="4041370" y="5604439"/>
                </a:lnTo>
                <a:lnTo>
                  <a:pt x="4037329" y="5617012"/>
                </a:lnTo>
                <a:lnTo>
                  <a:pt x="4033288" y="5630034"/>
                </a:lnTo>
                <a:lnTo>
                  <a:pt x="4028797" y="5642158"/>
                </a:lnTo>
                <a:lnTo>
                  <a:pt x="4023858" y="5654283"/>
                </a:lnTo>
                <a:lnTo>
                  <a:pt x="4018469" y="5666856"/>
                </a:lnTo>
                <a:lnTo>
                  <a:pt x="4012632" y="5678980"/>
                </a:lnTo>
                <a:lnTo>
                  <a:pt x="4006345" y="5690655"/>
                </a:lnTo>
                <a:lnTo>
                  <a:pt x="3998711" y="5701881"/>
                </a:lnTo>
                <a:lnTo>
                  <a:pt x="3991526" y="5713557"/>
                </a:lnTo>
                <a:lnTo>
                  <a:pt x="3984342" y="5724783"/>
                </a:lnTo>
                <a:lnTo>
                  <a:pt x="3976259" y="5735560"/>
                </a:lnTo>
                <a:lnTo>
                  <a:pt x="3968176" y="5745888"/>
                </a:lnTo>
                <a:lnTo>
                  <a:pt x="3959195" y="5756216"/>
                </a:lnTo>
                <a:lnTo>
                  <a:pt x="3950214" y="5765646"/>
                </a:lnTo>
                <a:lnTo>
                  <a:pt x="3941233" y="5774627"/>
                </a:lnTo>
                <a:lnTo>
                  <a:pt x="3931803" y="5783608"/>
                </a:lnTo>
                <a:lnTo>
                  <a:pt x="3921475" y="5791690"/>
                </a:lnTo>
                <a:lnTo>
                  <a:pt x="3911596" y="5799324"/>
                </a:lnTo>
                <a:lnTo>
                  <a:pt x="3901717" y="5806509"/>
                </a:lnTo>
                <a:lnTo>
                  <a:pt x="3890940" y="5813245"/>
                </a:lnTo>
                <a:lnTo>
                  <a:pt x="3880612" y="5819082"/>
                </a:lnTo>
                <a:lnTo>
                  <a:pt x="3869835" y="5824022"/>
                </a:lnTo>
                <a:lnTo>
                  <a:pt x="3859058" y="5828512"/>
                </a:lnTo>
                <a:lnTo>
                  <a:pt x="3847832" y="5832554"/>
                </a:lnTo>
                <a:lnTo>
                  <a:pt x="3844240" y="5835248"/>
                </a:lnTo>
                <a:lnTo>
                  <a:pt x="3840198" y="5837044"/>
                </a:lnTo>
                <a:lnTo>
                  <a:pt x="3836157" y="5837493"/>
                </a:lnTo>
                <a:lnTo>
                  <a:pt x="3831666" y="5837044"/>
                </a:lnTo>
                <a:lnTo>
                  <a:pt x="3825829" y="5841085"/>
                </a:lnTo>
                <a:lnTo>
                  <a:pt x="3819093" y="5844678"/>
                </a:lnTo>
                <a:lnTo>
                  <a:pt x="3812357" y="5847372"/>
                </a:lnTo>
                <a:lnTo>
                  <a:pt x="3805173" y="5849617"/>
                </a:lnTo>
                <a:lnTo>
                  <a:pt x="3797988" y="5851413"/>
                </a:lnTo>
                <a:lnTo>
                  <a:pt x="3790803" y="5852312"/>
                </a:lnTo>
                <a:lnTo>
                  <a:pt x="3774638" y="5854108"/>
                </a:lnTo>
                <a:lnTo>
                  <a:pt x="3758472" y="5855904"/>
                </a:lnTo>
                <a:lnTo>
                  <a:pt x="3749491" y="5856802"/>
                </a:lnTo>
                <a:lnTo>
                  <a:pt x="3740061" y="5858149"/>
                </a:lnTo>
                <a:lnTo>
                  <a:pt x="3731080" y="5859945"/>
                </a:lnTo>
                <a:lnTo>
                  <a:pt x="3721650" y="5862190"/>
                </a:lnTo>
                <a:lnTo>
                  <a:pt x="3712220" y="5865334"/>
                </a:lnTo>
                <a:lnTo>
                  <a:pt x="3701443" y="5868926"/>
                </a:lnTo>
                <a:lnTo>
                  <a:pt x="3724794" y="5874315"/>
                </a:lnTo>
                <a:lnTo>
                  <a:pt x="3747695" y="5879254"/>
                </a:lnTo>
                <a:lnTo>
                  <a:pt x="3792150" y="5889133"/>
                </a:lnTo>
                <a:lnTo>
                  <a:pt x="3835259" y="5898114"/>
                </a:lnTo>
                <a:lnTo>
                  <a:pt x="3877020" y="5906646"/>
                </a:lnTo>
                <a:lnTo>
                  <a:pt x="3897676" y="5911136"/>
                </a:lnTo>
                <a:lnTo>
                  <a:pt x="3917883" y="5916076"/>
                </a:lnTo>
                <a:lnTo>
                  <a:pt x="3938090" y="5921464"/>
                </a:lnTo>
                <a:lnTo>
                  <a:pt x="3957848" y="5927302"/>
                </a:lnTo>
                <a:lnTo>
                  <a:pt x="3977157" y="5933140"/>
                </a:lnTo>
                <a:lnTo>
                  <a:pt x="3996466" y="5939426"/>
                </a:lnTo>
                <a:lnTo>
                  <a:pt x="4015775" y="5946611"/>
                </a:lnTo>
                <a:lnTo>
                  <a:pt x="4034186" y="5954245"/>
                </a:lnTo>
                <a:lnTo>
                  <a:pt x="4442368" y="6056627"/>
                </a:lnTo>
                <a:lnTo>
                  <a:pt x="4442368" y="6056178"/>
                </a:lnTo>
                <a:lnTo>
                  <a:pt x="4457187" y="6057974"/>
                </a:lnTo>
                <a:lnTo>
                  <a:pt x="4472005" y="6059770"/>
                </a:lnTo>
                <a:lnTo>
                  <a:pt x="4501193" y="6064710"/>
                </a:lnTo>
                <a:lnTo>
                  <a:pt x="4530381" y="6070547"/>
                </a:lnTo>
                <a:lnTo>
                  <a:pt x="4558671" y="6077283"/>
                </a:lnTo>
                <a:lnTo>
                  <a:pt x="4586961" y="6084468"/>
                </a:lnTo>
                <a:lnTo>
                  <a:pt x="4615251" y="6092551"/>
                </a:lnTo>
                <a:lnTo>
                  <a:pt x="4643091" y="6101532"/>
                </a:lnTo>
                <a:lnTo>
                  <a:pt x="4670483" y="6111410"/>
                </a:lnTo>
                <a:lnTo>
                  <a:pt x="4697874" y="6121289"/>
                </a:lnTo>
                <a:lnTo>
                  <a:pt x="4725266" y="6131618"/>
                </a:lnTo>
                <a:lnTo>
                  <a:pt x="4752658" y="6142844"/>
                </a:lnTo>
                <a:lnTo>
                  <a:pt x="4779601" y="6154070"/>
                </a:lnTo>
                <a:lnTo>
                  <a:pt x="4833935" y="6177420"/>
                </a:lnTo>
                <a:lnTo>
                  <a:pt x="4887371" y="6201669"/>
                </a:lnTo>
                <a:lnTo>
                  <a:pt x="4892311" y="6203914"/>
                </a:lnTo>
                <a:lnTo>
                  <a:pt x="4897250" y="6206608"/>
                </a:lnTo>
                <a:lnTo>
                  <a:pt x="4900394" y="6209302"/>
                </a:lnTo>
                <a:lnTo>
                  <a:pt x="4903088" y="6211548"/>
                </a:lnTo>
                <a:lnTo>
                  <a:pt x="4905333" y="6214242"/>
                </a:lnTo>
                <a:lnTo>
                  <a:pt x="4906680" y="6217834"/>
                </a:lnTo>
                <a:lnTo>
                  <a:pt x="4907578" y="6220528"/>
                </a:lnTo>
                <a:lnTo>
                  <a:pt x="4908027" y="6223223"/>
                </a:lnTo>
                <a:lnTo>
                  <a:pt x="4908476" y="6225917"/>
                </a:lnTo>
                <a:lnTo>
                  <a:pt x="4908476" y="6229060"/>
                </a:lnTo>
                <a:lnTo>
                  <a:pt x="4907578" y="6234898"/>
                </a:lnTo>
                <a:lnTo>
                  <a:pt x="4906680" y="6241634"/>
                </a:lnTo>
                <a:lnTo>
                  <a:pt x="4906231" y="6247920"/>
                </a:lnTo>
                <a:lnTo>
                  <a:pt x="4906680" y="6277557"/>
                </a:lnTo>
                <a:lnTo>
                  <a:pt x="4907578" y="6306745"/>
                </a:lnTo>
                <a:lnTo>
                  <a:pt x="4909375" y="6365121"/>
                </a:lnTo>
                <a:lnTo>
                  <a:pt x="4911620" y="6391166"/>
                </a:lnTo>
                <a:lnTo>
                  <a:pt x="4912967" y="6404637"/>
                </a:lnTo>
                <a:lnTo>
                  <a:pt x="4914314" y="6417659"/>
                </a:lnTo>
                <a:lnTo>
                  <a:pt x="4914763" y="6430682"/>
                </a:lnTo>
                <a:lnTo>
                  <a:pt x="4914763" y="6443704"/>
                </a:lnTo>
                <a:lnTo>
                  <a:pt x="4914314" y="6455828"/>
                </a:lnTo>
                <a:lnTo>
                  <a:pt x="4912518" y="6467952"/>
                </a:lnTo>
                <a:lnTo>
                  <a:pt x="4911620" y="6474239"/>
                </a:lnTo>
                <a:lnTo>
                  <a:pt x="4909824" y="6480076"/>
                </a:lnTo>
                <a:lnTo>
                  <a:pt x="4908027" y="6485914"/>
                </a:lnTo>
                <a:lnTo>
                  <a:pt x="4906231" y="6491303"/>
                </a:lnTo>
                <a:lnTo>
                  <a:pt x="4903537" y="6497140"/>
                </a:lnTo>
                <a:lnTo>
                  <a:pt x="4900843" y="6502529"/>
                </a:lnTo>
                <a:lnTo>
                  <a:pt x="4897699" y="6507468"/>
                </a:lnTo>
                <a:lnTo>
                  <a:pt x="4894107" y="6512857"/>
                </a:lnTo>
                <a:lnTo>
                  <a:pt x="4889617" y="6517796"/>
                </a:lnTo>
                <a:lnTo>
                  <a:pt x="4885126" y="6522736"/>
                </a:lnTo>
                <a:lnTo>
                  <a:pt x="4880187" y="6527226"/>
                </a:lnTo>
                <a:lnTo>
                  <a:pt x="4874798" y="6531717"/>
                </a:lnTo>
                <a:lnTo>
                  <a:pt x="4868960" y="6536207"/>
                </a:lnTo>
                <a:lnTo>
                  <a:pt x="4862225" y="6540249"/>
                </a:lnTo>
                <a:lnTo>
                  <a:pt x="4854591" y="6544290"/>
                </a:lnTo>
                <a:lnTo>
                  <a:pt x="4847406" y="6548331"/>
                </a:lnTo>
                <a:lnTo>
                  <a:pt x="4847406" y="6551924"/>
                </a:lnTo>
                <a:lnTo>
                  <a:pt x="4848304" y="6555965"/>
                </a:lnTo>
                <a:lnTo>
                  <a:pt x="4849202" y="6559557"/>
                </a:lnTo>
                <a:lnTo>
                  <a:pt x="4850550" y="6563599"/>
                </a:lnTo>
                <a:lnTo>
                  <a:pt x="4853693" y="6570784"/>
                </a:lnTo>
                <a:lnTo>
                  <a:pt x="4857734" y="6577968"/>
                </a:lnTo>
                <a:lnTo>
                  <a:pt x="4862225" y="6585602"/>
                </a:lnTo>
                <a:lnTo>
                  <a:pt x="4866715" y="6592338"/>
                </a:lnTo>
                <a:lnTo>
                  <a:pt x="4871206" y="6599522"/>
                </a:lnTo>
                <a:lnTo>
                  <a:pt x="4875247" y="6606707"/>
                </a:lnTo>
                <a:lnTo>
                  <a:pt x="4878839" y="6613892"/>
                </a:lnTo>
                <a:lnTo>
                  <a:pt x="4881983" y="6621526"/>
                </a:lnTo>
                <a:lnTo>
                  <a:pt x="4882881" y="6625567"/>
                </a:lnTo>
                <a:lnTo>
                  <a:pt x="4883779" y="6629159"/>
                </a:lnTo>
                <a:lnTo>
                  <a:pt x="4884228" y="6633201"/>
                </a:lnTo>
                <a:lnTo>
                  <a:pt x="4884677" y="6636793"/>
                </a:lnTo>
                <a:lnTo>
                  <a:pt x="4884228" y="6640835"/>
                </a:lnTo>
                <a:lnTo>
                  <a:pt x="4883779" y="6644876"/>
                </a:lnTo>
                <a:lnTo>
                  <a:pt x="4882881" y="6648917"/>
                </a:lnTo>
                <a:lnTo>
                  <a:pt x="4881534" y="6653408"/>
                </a:lnTo>
                <a:lnTo>
                  <a:pt x="4879738" y="6657898"/>
                </a:lnTo>
                <a:lnTo>
                  <a:pt x="4877043" y="6662389"/>
                </a:lnTo>
                <a:lnTo>
                  <a:pt x="4874349" y="6666879"/>
                </a:lnTo>
                <a:lnTo>
                  <a:pt x="4870757" y="6671370"/>
                </a:lnTo>
                <a:lnTo>
                  <a:pt x="4875247" y="6677656"/>
                </a:lnTo>
                <a:lnTo>
                  <a:pt x="4879738" y="6684392"/>
                </a:lnTo>
                <a:lnTo>
                  <a:pt x="4881983" y="6687535"/>
                </a:lnTo>
                <a:lnTo>
                  <a:pt x="4884677" y="6690230"/>
                </a:lnTo>
                <a:lnTo>
                  <a:pt x="4887371" y="6692475"/>
                </a:lnTo>
                <a:lnTo>
                  <a:pt x="4890066" y="6693822"/>
                </a:lnTo>
                <a:lnTo>
                  <a:pt x="4920152" y="6706395"/>
                </a:lnTo>
                <a:lnTo>
                  <a:pt x="4946196" y="6717621"/>
                </a:lnTo>
                <a:lnTo>
                  <a:pt x="4969098" y="6727500"/>
                </a:lnTo>
                <a:lnTo>
                  <a:pt x="4987957" y="6737379"/>
                </a:lnTo>
                <a:lnTo>
                  <a:pt x="4996489" y="6741870"/>
                </a:lnTo>
                <a:lnTo>
                  <a:pt x="5004123" y="6746360"/>
                </a:lnTo>
                <a:lnTo>
                  <a:pt x="5011757" y="6750851"/>
                </a:lnTo>
                <a:lnTo>
                  <a:pt x="5018043" y="6755790"/>
                </a:lnTo>
                <a:lnTo>
                  <a:pt x="5023881" y="6760730"/>
                </a:lnTo>
                <a:lnTo>
                  <a:pt x="5028821" y="6765669"/>
                </a:lnTo>
                <a:lnTo>
                  <a:pt x="5033311" y="6771507"/>
                </a:lnTo>
                <a:lnTo>
                  <a:pt x="5037352" y="6776895"/>
                </a:lnTo>
                <a:lnTo>
                  <a:pt x="5040945" y="6782733"/>
                </a:lnTo>
                <a:lnTo>
                  <a:pt x="5044537" y="6788570"/>
                </a:lnTo>
                <a:lnTo>
                  <a:pt x="5047231" y="6795306"/>
                </a:lnTo>
                <a:lnTo>
                  <a:pt x="5049028" y="6802042"/>
                </a:lnTo>
                <a:lnTo>
                  <a:pt x="5050824" y="6810125"/>
                </a:lnTo>
                <a:lnTo>
                  <a:pt x="5052171" y="6818207"/>
                </a:lnTo>
                <a:lnTo>
                  <a:pt x="5053518" y="6826739"/>
                </a:lnTo>
                <a:lnTo>
                  <a:pt x="5053967" y="6835720"/>
                </a:lnTo>
                <a:lnTo>
                  <a:pt x="5054416" y="6846048"/>
                </a:lnTo>
                <a:lnTo>
                  <a:pt x="5054865" y="6856376"/>
                </a:lnTo>
                <a:lnTo>
                  <a:pt x="5054835" y="6857999"/>
                </a:lnTo>
                <a:lnTo>
                  <a:pt x="0" y="6857999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" name="Picture 10" descr=""/>
          <p:cNvPicPr/>
          <p:nvPr/>
        </p:nvPicPr>
        <p:blipFill>
          <a:blip r:embed="rId4"/>
          <a:stretch/>
        </p:blipFill>
        <p:spPr>
          <a:xfrm>
            <a:off x="11347560" y="6121800"/>
            <a:ext cx="582840" cy="54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95D74D-26D7-49C9-8A36-D41CC0C55B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8431F2-A5DE-4862-B389-24C8222A4BD2}">
  <ds:schemaRefs>
    <ds:schemaRef ds:uri="http://schemas.microsoft.com/office/2006/metadata/properties"/>
    <ds:schemaRef ds:uri="http://purl.org/dc/terms/"/>
    <ds:schemaRef ds:uri="http://purl.org/dc/elements/1.1/"/>
    <ds:schemaRef ds:uri="71af3243-3dd4-4a8d-8c0d-dd76da1f02a5"/>
    <ds:schemaRef ds:uri="16c05727-aa75-4e4a-9b5f-8a80a1165891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0B5078F9-D130-4E79-8F07-E7E78050717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Winter presentation</Template>
  <TotalTime>10315</TotalTime>
  <Application>LibreOffice/24.2.7.2$Linux_X86_64 LibreOffice_project/420$Build-2</Application>
  <AppVersion>15.0000</AppVersion>
  <Words>1513</Words>
  <Paragraphs>166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2025-05-03T21:10:43Z</dcterms:created>
  <dc:creator>Oladele, Ayomide Benjamen</dc:creator>
  <dc:description/>
  <dc:language>en-US</dc:language>
  <cp:lastModifiedBy/>
  <dcterms:modified xsi:type="dcterms:W3CDTF">2026-03-17T07:12:53Z</dcterms:modified>
  <cp:revision>32</cp:revision>
  <dc:subject/>
  <dc:title>COMPUTATIONAL BIOLOGIST AND FULL-STACK BIOINFORMATICS DATA SCIENCE ENGINEERING BOOTCAMP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i4>3</vt:i4>
  </property>
  <property fmtid="{D5CDD505-2E9C-101B-9397-08002B2CF9AE}" pid="4" name="PresentationFormat">
    <vt:lpwstr>Widescreen</vt:lpwstr>
  </property>
  <property fmtid="{D5CDD505-2E9C-101B-9397-08002B2CF9AE}" pid="5" name="Slides">
    <vt:i4>16</vt:i4>
  </property>
</Properties>
</file>